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335" r:id="rId5"/>
    <p:sldId id="492" r:id="rId6"/>
    <p:sldId id="502" r:id="rId7"/>
    <p:sldId id="503" r:id="rId8"/>
    <p:sldId id="504" r:id="rId9"/>
    <p:sldId id="505" r:id="rId10"/>
    <p:sldId id="506" r:id="rId11"/>
    <p:sldId id="493" r:id="rId12"/>
    <p:sldId id="49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guel Ángel Riaza" initials="MÁR" lastIdx="10" clrIdx="0">
    <p:extLst>
      <p:ext uri="{19B8F6BF-5375-455C-9EA6-DF929625EA0E}">
        <p15:presenceInfo xmlns:p15="http://schemas.microsoft.com/office/powerpoint/2012/main" userId="S::miguelriaza@fundacioncanal.onmicrosoft.com::41e52312-fc7a-4267-b916-9d3c61ba76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0D95B-2059-4ABD-B454-BF99DD39B3A2}" v="24" dt="2026-06-22T02:51:44.8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2" autoAdjust="0"/>
    <p:restoredTop sz="88889" autoAdjust="0"/>
  </p:normalViewPr>
  <p:slideViewPr>
    <p:cSldViewPr snapToGrid="0">
      <p:cViewPr varScale="1">
        <p:scale>
          <a:sx n="54" d="100"/>
          <a:sy n="54" d="100"/>
        </p:scale>
        <p:origin x="105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6-22T02:52:01.654" v="1658" actId="20577"/>
      <pc:docMkLst>
        <pc:docMk/>
      </pc:docMkLst>
      <pc:sldChg chg="delSp modSp mod">
        <pc:chgData name="Norbey Muñoz" userId="b7e811e8891ccd42" providerId="LiveId" clId="{2482167B-ADD3-4E68-AB8B-ADE9CECE27D0}" dt="2026-06-11T04:07:51.463" v="1255" actId="20577"/>
        <pc:sldMkLst>
          <pc:docMk/>
          <pc:sldMk cId="2653307304" sldId="335"/>
        </pc:sldMkLst>
        <pc:spChg chg="mod">
          <ac:chgData name="Norbey Muñoz" userId="b7e811e8891ccd42" providerId="LiveId" clId="{2482167B-ADD3-4E68-AB8B-ADE9CECE27D0}" dt="2026-06-11T04:07:51.463" v="1255" actId="20577"/>
          <ac:spMkLst>
            <pc:docMk/>
            <pc:sldMk cId="2653307304" sldId="335"/>
            <ac:spMk id="200" creationId="{DB49D5D5-303B-6D54-261D-51D2D748146B}"/>
          </ac:spMkLst>
        </pc:spChg>
      </pc:sldChg>
      <pc:sldChg chg="addSp delSp modSp add mod ord">
        <pc:chgData name="Norbey Muñoz" userId="b7e811e8891ccd42" providerId="LiveId" clId="{2482167B-ADD3-4E68-AB8B-ADE9CECE27D0}" dt="2026-06-22T02:52:01.654" v="1658" actId="20577"/>
        <pc:sldMkLst>
          <pc:docMk/>
          <pc:sldMk cId="3978278495" sldId="491"/>
        </pc:sldMkLst>
        <pc:spChg chg="add mod">
          <ac:chgData name="Norbey Muñoz" userId="b7e811e8891ccd42" providerId="LiveId" clId="{2482167B-ADD3-4E68-AB8B-ADE9CECE27D0}" dt="2026-06-22T02:52:01.654" v="1658" actId="20577"/>
          <ac:spMkLst>
            <pc:docMk/>
            <pc:sldMk cId="3978278495" sldId="491"/>
            <ac:spMk id="2" creationId="{5B25C4D8-41AC-C25B-EDCB-D9EA80C58709}"/>
          </ac:spMkLst>
        </pc:spChg>
      </pc:sldChg>
      <pc:sldChg chg="addSp delSp modSp add mod ord modNotesTx">
        <pc:chgData name="Norbey Muñoz" userId="b7e811e8891ccd42" providerId="LiveId" clId="{2482167B-ADD3-4E68-AB8B-ADE9CECE27D0}" dt="2026-06-11T04:09:48.260" v="1322" actId="20577"/>
        <pc:sldMkLst>
          <pc:docMk/>
          <pc:sldMk cId="3362891091" sldId="492"/>
        </pc:sldMkLst>
        <pc:spChg chg="add mod">
          <ac:chgData name="Norbey Muñoz" userId="b7e811e8891ccd42" providerId="LiveId" clId="{2482167B-ADD3-4E68-AB8B-ADE9CECE27D0}" dt="2026-06-11T04:08:49.313" v="1282" actId="20577"/>
          <ac:spMkLst>
            <pc:docMk/>
            <pc:sldMk cId="3362891091" sldId="492"/>
            <ac:spMk id="2" creationId="{26958CA2-6B45-C15B-A414-966AAA17AAC3}"/>
          </ac:spMkLst>
        </pc:spChg>
        <pc:spChg chg="add mod">
          <ac:chgData name="Norbey Muñoz" userId="b7e811e8891ccd42" providerId="LiveId" clId="{2482167B-ADD3-4E68-AB8B-ADE9CECE27D0}" dt="2026-06-11T04:09:48.260" v="1322" actId="20577"/>
          <ac:spMkLst>
            <pc:docMk/>
            <pc:sldMk cId="3362891091" sldId="492"/>
            <ac:spMk id="4" creationId="{20943759-B967-785B-15F2-E5C3C97C1819}"/>
          </ac:spMkLst>
        </pc:spChg>
      </pc:sldChg>
      <pc:sldChg chg="addSp delSp modSp add mod ord">
        <pc:chgData name="Norbey Muñoz" userId="b7e811e8891ccd42" providerId="LiveId" clId="{2482167B-ADD3-4E68-AB8B-ADE9CECE27D0}" dt="2026-06-11T04:47:54.205" v="1589" actId="1076"/>
        <pc:sldMkLst>
          <pc:docMk/>
          <pc:sldMk cId="2861901157" sldId="493"/>
        </pc:sldMkLst>
        <pc:spChg chg="add mod">
          <ac:chgData name="Norbey Muñoz" userId="b7e811e8891ccd42" providerId="LiveId" clId="{2482167B-ADD3-4E68-AB8B-ADE9CECE27D0}" dt="2026-06-11T04:46:21.435" v="1571" actId="20577"/>
          <ac:spMkLst>
            <pc:docMk/>
            <pc:sldMk cId="2861901157" sldId="493"/>
            <ac:spMk id="2" creationId="{26ADDAF9-FB11-691F-08C1-5491419881C6}"/>
          </ac:spMkLst>
        </pc:spChg>
        <pc:spChg chg="mod">
          <ac:chgData name="Norbey Muñoz" userId="b7e811e8891ccd42" providerId="LiveId" clId="{2482167B-ADD3-4E68-AB8B-ADE9CECE27D0}" dt="2026-06-11T04:46:08.241" v="1556" actId="1076"/>
          <ac:spMkLst>
            <pc:docMk/>
            <pc:sldMk cId="2861901157" sldId="493"/>
            <ac:spMk id="3" creationId="{F9AB50E2-6FB2-26A4-27C4-256832BE9EB0}"/>
          </ac:spMkLst>
        </pc:spChg>
        <pc:spChg chg="add mod">
          <ac:chgData name="Norbey Muñoz" userId="b7e811e8891ccd42" providerId="LiveId" clId="{2482167B-ADD3-4E68-AB8B-ADE9CECE27D0}" dt="2026-06-11T04:47:54.205" v="1589" actId="1076"/>
          <ac:spMkLst>
            <pc:docMk/>
            <pc:sldMk cId="2861901157" sldId="493"/>
            <ac:spMk id="4" creationId="{AA3F3D87-BBEC-D6E8-6FA6-9ABFD4E1DBF6}"/>
          </ac:spMkLst>
        </pc:spChg>
        <pc:spChg chg="mod">
          <ac:chgData name="Norbey Muñoz" userId="b7e811e8891ccd42" providerId="LiveId" clId="{2482167B-ADD3-4E68-AB8B-ADE9CECE27D0}" dt="2026-06-11T04:45:33.646" v="1537" actId="20577"/>
          <ac:spMkLst>
            <pc:docMk/>
            <pc:sldMk cId="2861901157" sldId="493"/>
            <ac:spMk id="200" creationId="{AC30A412-BE57-CD11-89B2-3E9B9BA6D127}"/>
          </ac:spMkLst>
        </pc:spChg>
      </pc:sldChg>
      <pc:sldChg chg="modSp add mod">
        <pc:chgData name="Norbey Muñoz" userId="b7e811e8891ccd42" providerId="LiveId" clId="{2482167B-ADD3-4E68-AB8B-ADE9CECE27D0}" dt="2026-06-11T04:11:25.035" v="1397" actId="20577"/>
        <pc:sldMkLst>
          <pc:docMk/>
          <pc:sldMk cId="243555579" sldId="502"/>
        </pc:sldMkLst>
        <pc:spChg chg="mod">
          <ac:chgData name="Norbey Muñoz" userId="b7e811e8891ccd42" providerId="LiveId" clId="{2482167B-ADD3-4E68-AB8B-ADE9CECE27D0}" dt="2026-06-11T04:10:01.734" v="1346" actId="20577"/>
          <ac:spMkLst>
            <pc:docMk/>
            <pc:sldMk cId="243555579" sldId="502"/>
            <ac:spMk id="2" creationId="{08B52C7B-BDFD-D61A-CF98-8E46EB11B72A}"/>
          </ac:spMkLst>
        </pc:spChg>
        <pc:spChg chg="mod">
          <ac:chgData name="Norbey Muñoz" userId="b7e811e8891ccd42" providerId="LiveId" clId="{2482167B-ADD3-4E68-AB8B-ADE9CECE27D0}" dt="2026-06-11T04:11:25.035" v="1397" actId="20577"/>
          <ac:spMkLst>
            <pc:docMk/>
            <pc:sldMk cId="243555579" sldId="502"/>
            <ac:spMk id="4" creationId="{C901EED0-7842-90F8-E77B-138B5460ABB9}"/>
          </ac:spMkLst>
        </pc:spChg>
      </pc:sldChg>
      <pc:sldChg chg="modSp add mod">
        <pc:chgData name="Norbey Muñoz" userId="b7e811e8891ccd42" providerId="LiveId" clId="{2482167B-ADD3-4E68-AB8B-ADE9CECE27D0}" dt="2026-06-11T04:16:23.418" v="1436" actId="1076"/>
        <pc:sldMkLst>
          <pc:docMk/>
          <pc:sldMk cId="1099031364" sldId="503"/>
        </pc:sldMkLst>
        <pc:spChg chg="mod">
          <ac:chgData name="Norbey Muñoz" userId="b7e811e8891ccd42" providerId="LiveId" clId="{2482167B-ADD3-4E68-AB8B-ADE9CECE27D0}" dt="2026-06-11T04:11:48.043" v="1414" actId="20577"/>
          <ac:spMkLst>
            <pc:docMk/>
            <pc:sldMk cId="1099031364" sldId="503"/>
            <ac:spMk id="2" creationId="{32A5CEC7-5F09-DDFD-B00E-1B9FA83C5E7F}"/>
          </ac:spMkLst>
        </pc:spChg>
        <pc:spChg chg="mod">
          <ac:chgData name="Norbey Muñoz" userId="b7e811e8891ccd42" providerId="LiveId" clId="{2482167B-ADD3-4E68-AB8B-ADE9CECE27D0}" dt="2026-06-11T04:16:23.418" v="1436" actId="1076"/>
          <ac:spMkLst>
            <pc:docMk/>
            <pc:sldMk cId="1099031364" sldId="503"/>
            <ac:spMk id="4" creationId="{85BEEDBC-E98A-7E35-E38B-E23E45118074}"/>
          </ac:spMkLst>
        </pc:spChg>
      </pc:sldChg>
      <pc:sldChg chg="addSp delSp modSp add mod">
        <pc:chgData name="Norbey Muñoz" userId="b7e811e8891ccd42" providerId="LiveId" clId="{2482167B-ADD3-4E68-AB8B-ADE9CECE27D0}" dt="2026-06-11T04:17:44.045" v="1466" actId="113"/>
        <pc:sldMkLst>
          <pc:docMk/>
          <pc:sldMk cId="1805652868" sldId="504"/>
        </pc:sldMkLst>
        <pc:graphicFrameChg chg="add mod modGraphic">
          <ac:chgData name="Norbey Muñoz" userId="b7e811e8891ccd42" providerId="LiveId" clId="{2482167B-ADD3-4E68-AB8B-ADE9CECE27D0}" dt="2026-06-11T04:17:44.045" v="1466" actId="113"/>
          <ac:graphicFrameMkLst>
            <pc:docMk/>
            <pc:sldMk cId="1805652868" sldId="504"/>
            <ac:graphicFrameMk id="3" creationId="{6E0B3EAB-5C09-49CC-AD0B-1AD1C0B3F3E3}"/>
          </ac:graphicFrameMkLst>
        </pc:graphicFrameChg>
        <pc:picChg chg="add mod">
          <ac:chgData name="Norbey Muñoz" userId="b7e811e8891ccd42" providerId="LiveId" clId="{2482167B-ADD3-4E68-AB8B-ADE9CECE27D0}" dt="2026-06-11T04:16:37.826" v="1444" actId="1076"/>
          <ac:picMkLst>
            <pc:docMk/>
            <pc:sldMk cId="1805652868" sldId="504"/>
            <ac:picMk id="1026" creationId="{F05C727F-54F9-FC0F-5B93-D411EFB8040D}"/>
          </ac:picMkLst>
        </pc:picChg>
      </pc:sldChg>
      <pc:sldChg chg="addSp delSp modSp add mod">
        <pc:chgData name="Norbey Muñoz" userId="b7e811e8891ccd42" providerId="LiveId" clId="{2482167B-ADD3-4E68-AB8B-ADE9CECE27D0}" dt="2026-06-11T04:18:51.704" v="1491" actId="12"/>
        <pc:sldMkLst>
          <pc:docMk/>
          <pc:sldMk cId="3156867944" sldId="505"/>
        </pc:sldMkLst>
        <pc:spChg chg="add mod">
          <ac:chgData name="Norbey Muñoz" userId="b7e811e8891ccd42" providerId="LiveId" clId="{2482167B-ADD3-4E68-AB8B-ADE9CECE27D0}" dt="2026-06-11T04:18:51.704" v="1491" actId="12"/>
          <ac:spMkLst>
            <pc:docMk/>
            <pc:sldMk cId="3156867944" sldId="505"/>
            <ac:spMk id="5" creationId="{42421D14-5935-143C-4195-7BA6D8DD7C2A}"/>
          </ac:spMkLst>
        </pc:spChg>
        <pc:picChg chg="add mod">
          <ac:chgData name="Norbey Muñoz" userId="b7e811e8891ccd42" providerId="LiveId" clId="{2482167B-ADD3-4E68-AB8B-ADE9CECE27D0}" dt="2026-06-11T04:18:04.397" v="1472" actId="1076"/>
          <ac:picMkLst>
            <pc:docMk/>
            <pc:sldMk cId="3156867944" sldId="505"/>
            <ac:picMk id="2050" creationId="{37C050C5-97B0-9496-400E-EF8C692B1D29}"/>
          </ac:picMkLst>
        </pc:picChg>
      </pc:sldChg>
      <pc:sldChg chg="addSp delSp modSp add mod">
        <pc:chgData name="Norbey Muñoz" userId="b7e811e8891ccd42" providerId="LiveId" clId="{2482167B-ADD3-4E68-AB8B-ADE9CECE27D0}" dt="2026-06-11T04:20:03.827" v="1505" actId="6549"/>
        <pc:sldMkLst>
          <pc:docMk/>
          <pc:sldMk cId="1552865184" sldId="506"/>
        </pc:sldMkLst>
        <pc:spChg chg="mod">
          <ac:chgData name="Norbey Muñoz" userId="b7e811e8891ccd42" providerId="LiveId" clId="{2482167B-ADD3-4E68-AB8B-ADE9CECE27D0}" dt="2026-06-11T04:20:03.827" v="1505" actId="6549"/>
          <ac:spMkLst>
            <pc:docMk/>
            <pc:sldMk cId="1552865184" sldId="506"/>
            <ac:spMk id="5" creationId="{78224C6C-95DC-FCC9-1C2A-C91687D1CE8A}"/>
          </ac:spMkLst>
        </pc:spChg>
        <pc:picChg chg="add mod">
          <ac:chgData name="Norbey Muñoz" userId="b7e811e8891ccd42" providerId="LiveId" clId="{2482167B-ADD3-4E68-AB8B-ADE9CECE27D0}" dt="2026-06-11T04:19:35.175" v="1498" actId="1076"/>
          <ac:picMkLst>
            <pc:docMk/>
            <pc:sldMk cId="1552865184" sldId="506"/>
            <ac:picMk id="3074" creationId="{DA4A3B29-465B-B832-9369-503C3E405236}"/>
          </ac:picMkLst>
        </pc:picChg>
      </pc:sldChg>
      <pc:sldMasterChg chg="delSldLayout">
        <pc:chgData name="Norbey Muñoz" userId="b7e811e8891ccd42" providerId="LiveId" clId="{2482167B-ADD3-4E68-AB8B-ADE9CECE27D0}" dt="2026-06-04T00:56:01.274" v="1227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38875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64031-91C9-5F76-A4D4-C3FABF58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C056A-AEF1-0D29-60C4-9920E9C62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F12AF-D3C2-7B7A-D2EE-8656A78B3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95566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20B5-FB15-9E88-E73F-56214691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9E726-1B04-D4B1-5293-DB3DE6084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081DF-8F35-7030-807E-5DD65A45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82684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CAB7-5177-CD08-5740-A93D1738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6A28F-B8E6-EE86-2FE0-873D9446E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301D1-337D-97D3-70E2-55B97F81B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7676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4299-E961-8652-F97F-556D449A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425CA-C9D3-84DC-6B4E-3AA4BA7D8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F5AE9-A427-BC88-CB9B-26E6D6CEA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00307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DE9D-A4E5-4D42-5CAC-E03DF7E6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38FEE-6AFF-FD6A-F60B-743444C9A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0536D-90D8-D819-D823-2DCE4B80C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30487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2174594"/>
            <a:ext cx="16323471" cy="648368"/>
          </a:xfrm>
          <a:prstGeom prst="rect">
            <a:avLst/>
          </a:prstGeom>
        </p:spPr>
        <p:txBody>
          <a:bodyPr anchor="b"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3200" b="1"/>
            </a:lvl1pPr>
            <a:lvl2pPr marL="787379" indent="-406389" defTabSz="825478">
              <a:lnSpc>
                <a:spcPct val="100000"/>
              </a:lnSpc>
              <a:spcBef>
                <a:spcPts val="0"/>
              </a:spcBef>
              <a:defRPr sz="3200" b="1"/>
            </a:lvl2pPr>
            <a:lvl3pPr marL="1168371" indent="-406390" defTabSz="825478">
              <a:lnSpc>
                <a:spcPct val="100000"/>
              </a:lnSpc>
              <a:spcBef>
                <a:spcPts val="0"/>
              </a:spcBef>
              <a:defRPr sz="3200" b="1"/>
            </a:lvl3pPr>
            <a:lvl4pPr marL="1549359" indent="-406390" defTabSz="825478">
              <a:lnSpc>
                <a:spcPct val="100000"/>
              </a:lnSpc>
              <a:spcBef>
                <a:spcPts val="0"/>
              </a:spcBef>
              <a:defRPr sz="3200" b="1"/>
            </a:lvl4pPr>
            <a:lvl5pPr marL="1930350" indent="-406390" defTabSz="825478">
              <a:lnSpc>
                <a:spcPct val="100000"/>
              </a:lnSpc>
              <a:spcBef>
                <a:spcPts val="0"/>
              </a:spcBef>
              <a:defRPr sz="3200" b="1"/>
            </a:lvl5pPr>
          </a:lstStyle>
          <a:p>
            <a:r>
              <a:t>Autor y fecha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4030266" y="2607467"/>
            <a:ext cx="16325238" cy="4643442"/>
          </a:xfrm>
          <a:prstGeom prst="rect">
            <a:avLst/>
          </a:prstGeom>
        </p:spPr>
        <p:txBody>
          <a:bodyPr anchor="b"/>
          <a:lstStyle>
            <a:lvl1pPr>
              <a:defRPr sz="11400" spc="-228"/>
            </a:lvl1pPr>
          </a:lstStyle>
          <a:p>
            <a:r>
              <a:t>Título de la presentación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4" y="7179467"/>
            <a:ext cx="16323473" cy="2048065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Subtítulo de la presentación</a:t>
            </a:r>
          </a:p>
        </p:txBody>
      </p:sp>
      <p:sp>
        <p:nvSpPr>
          <p:cNvPr id="1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7114" y="12954305"/>
            <a:ext cx="409775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3" name="Subtítulo de la diapositiv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30264" y="1987001"/>
            <a:ext cx="16323473" cy="944722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</a:lstStyle>
          <a:p>
            <a:r>
              <a:t>Subtítulo de la diapositiva</a:t>
            </a:r>
          </a:p>
        </p:txBody>
      </p:sp>
      <p:sp>
        <p:nvSpPr>
          <p:cNvPr id="34" name="Título de la diapositiva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35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ivel de texto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828784"/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660384004_1290x1720.jpeg"/>
          <p:cNvSpPr>
            <a:spLocks noGrp="1"/>
          </p:cNvSpPr>
          <p:nvPr>
            <p:ph type="pic" sz="half" idx="21"/>
          </p:nvPr>
        </p:nvSpPr>
        <p:spPr>
          <a:xfrm>
            <a:off x="11727656" y="839390"/>
            <a:ext cx="9068102" cy="120907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51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4030266" y="625080"/>
            <a:ext cx="7179472" cy="1428751"/>
          </a:xfrm>
          <a:prstGeom prst="rect">
            <a:avLst/>
          </a:prstGeom>
        </p:spPr>
        <p:txBody>
          <a:bodyPr/>
          <a:lstStyle/>
          <a:p>
            <a:r>
              <a:t>Título de la diapositiva</a:t>
            </a:r>
          </a:p>
        </p:txBody>
      </p:sp>
      <p:sp>
        <p:nvSpPr>
          <p:cNvPr id="52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987001"/>
            <a:ext cx="7179472" cy="944722"/>
          </a:xfrm>
          <a:prstGeom prst="rect">
            <a:avLst/>
          </a:prstGeom>
        </p:spPr>
        <p:txBody>
          <a:bodyPr/>
          <a:lstStyle>
            <a:lvl1pPr marL="0" indent="0" defTabSz="709913">
              <a:lnSpc>
                <a:spcPct val="100000"/>
              </a:lnSpc>
              <a:spcBef>
                <a:spcPts val="0"/>
              </a:spcBef>
              <a:buSzTx/>
              <a:buNone/>
              <a:defRPr sz="4400" b="1"/>
            </a:lvl1pPr>
            <a:lvl2pPr marL="939775" indent="-558784" defTabSz="709913">
              <a:lnSpc>
                <a:spcPct val="100000"/>
              </a:lnSpc>
              <a:spcBef>
                <a:spcPts val="0"/>
              </a:spcBef>
              <a:defRPr sz="4400" b="1"/>
            </a:lvl2pPr>
            <a:lvl3pPr marL="1320765" indent="-558784" defTabSz="709913">
              <a:lnSpc>
                <a:spcPct val="100000"/>
              </a:lnSpc>
              <a:spcBef>
                <a:spcPts val="0"/>
              </a:spcBef>
              <a:defRPr sz="4400" b="1"/>
            </a:lvl3pPr>
            <a:lvl4pPr marL="1701756" indent="-558786" defTabSz="709913">
              <a:lnSpc>
                <a:spcPct val="100000"/>
              </a:lnSpc>
              <a:spcBef>
                <a:spcPts val="0"/>
              </a:spcBef>
              <a:defRPr sz="4400" b="1"/>
            </a:lvl4pPr>
            <a:lvl5pPr marL="2082748" indent="-558786" defTabSz="709913">
              <a:lnSpc>
                <a:spcPct val="100000"/>
              </a:lnSpc>
              <a:spcBef>
                <a:spcPts val="0"/>
              </a:spcBef>
              <a:defRPr sz="4400" b="1"/>
            </a:lvl5pPr>
          </a:lstStyle>
          <a:p>
            <a:r>
              <a:t>Subtítulo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ivel de texto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30266" y="4894026"/>
            <a:ext cx="7179472" cy="7865383"/>
          </a:xfrm>
          <a:prstGeom prst="rect">
            <a:avLst/>
          </a:prstGeom>
        </p:spPr>
        <p:txBody>
          <a:bodyPr/>
          <a:lstStyle/>
          <a:p>
            <a:r>
              <a:t>Texto de viñeta de la diapositiva</a:t>
            </a:r>
          </a:p>
        </p:txBody>
      </p:sp>
      <p:sp>
        <p:nvSpPr>
          <p:cNvPr id="54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ítulo de sección"/>
          <p:cNvSpPr txBox="1">
            <a:spLocks noGrp="1"/>
          </p:cNvSpPr>
          <p:nvPr>
            <p:ph type="title" hasCustomPrompt="1"/>
          </p:nvPr>
        </p:nvSpPr>
        <p:spPr>
          <a:xfrm>
            <a:off x="4030266" y="4536280"/>
            <a:ext cx="16323471" cy="4643440"/>
          </a:xfrm>
          <a:prstGeom prst="rect">
            <a:avLst/>
          </a:prstGeom>
        </p:spPr>
        <p:txBody>
          <a:bodyPr anchor="ctr"/>
          <a:lstStyle>
            <a:lvl1pPr>
              <a:defRPr sz="11400" b="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de sección</a:t>
            </a:r>
          </a:p>
        </p:txBody>
      </p:sp>
      <p:sp>
        <p:nvSpPr>
          <p:cNvPr id="6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ítulo de agenda"/>
          <p:cNvSpPr txBox="1">
            <a:spLocks noGrp="1"/>
          </p:cNvSpPr>
          <p:nvPr>
            <p:ph type="title" hasCustomPrompt="1"/>
          </p:nvPr>
        </p:nvSpPr>
        <p:spPr>
          <a:xfrm>
            <a:off x="4030266" y="625080"/>
            <a:ext cx="16323471" cy="1428751"/>
          </a:xfrm>
          <a:prstGeom prst="rect">
            <a:avLst/>
          </a:prstGeom>
        </p:spPr>
        <p:txBody>
          <a:bodyPr/>
          <a:lstStyle/>
          <a:p>
            <a:r>
              <a:t>Título de agenda</a:t>
            </a:r>
          </a:p>
        </p:txBody>
      </p:sp>
      <p:sp>
        <p:nvSpPr>
          <p:cNvPr id="79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1982390"/>
            <a:ext cx="16323471" cy="944723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1041371" indent="-660381" defTabSz="825478">
              <a:lnSpc>
                <a:spcPct val="100000"/>
              </a:lnSpc>
              <a:spcBef>
                <a:spcPts val="0"/>
              </a:spcBef>
              <a:defRPr sz="5200" b="1"/>
            </a:lvl2pPr>
            <a:lvl3pPr marL="1422362" indent="-660381" defTabSz="825478">
              <a:lnSpc>
                <a:spcPct val="100000"/>
              </a:lnSpc>
              <a:spcBef>
                <a:spcPts val="0"/>
              </a:spcBef>
              <a:defRPr sz="5200" b="1"/>
            </a:lvl3pPr>
            <a:lvl4pPr marL="1803354" indent="-660381" defTabSz="825478">
              <a:lnSpc>
                <a:spcPct val="100000"/>
              </a:lnSpc>
              <a:spcBef>
                <a:spcPts val="0"/>
              </a:spcBef>
              <a:defRPr sz="5200" b="1"/>
            </a:lvl4pPr>
            <a:lvl5pPr marL="2184343" indent="-660381" defTabSz="825478">
              <a:lnSpc>
                <a:spcPct val="100000"/>
              </a:lnSpc>
              <a:spcBef>
                <a:spcPts val="0"/>
              </a:spcBef>
              <a:defRPr sz="5200" b="1"/>
            </a:lvl5pPr>
          </a:lstStyle>
          <a:p>
            <a:r>
              <a:t>Subtítulo de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Nivel de texto 1…"/>
          <p:cNvSpPr txBox="1">
            <a:spLocks noGrp="1"/>
          </p:cNvSpPr>
          <p:nvPr>
            <p:ph type="body" idx="21" hasCustomPrompt="1"/>
          </p:nvPr>
        </p:nvSpPr>
        <p:spPr>
          <a:xfrm>
            <a:off x="4030264" y="4161233"/>
            <a:ext cx="16323473" cy="85725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SzTx/>
              <a:buNone/>
              <a:defRPr sz="5200" spc="-100"/>
            </a:lvl1pPr>
          </a:lstStyle>
          <a:p>
            <a:r>
              <a:t>Temas relacionados con la agenda</a:t>
            </a:r>
          </a:p>
        </p:txBody>
      </p: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5018485"/>
            <a:ext cx="16323471" cy="368126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400" spc="-22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Declaración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9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ato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30266" y="8732786"/>
            <a:ext cx="16323469" cy="9447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 b="1"/>
            </a:lvl1pPr>
            <a:lvl2pPr marL="1041371" indent="-660381" algn="ctr">
              <a:lnSpc>
                <a:spcPct val="100000"/>
              </a:lnSpc>
              <a:spcBef>
                <a:spcPts val="0"/>
              </a:spcBef>
              <a:defRPr sz="5200" b="1"/>
            </a:lvl2pPr>
            <a:lvl3pPr marL="1422362" indent="-660381" algn="ctr">
              <a:lnSpc>
                <a:spcPct val="100000"/>
              </a:lnSpc>
              <a:spcBef>
                <a:spcPts val="0"/>
              </a:spcBef>
              <a:defRPr sz="5200" b="1"/>
            </a:lvl3pPr>
            <a:lvl4pPr marL="1803354" indent="-660381" algn="ctr">
              <a:lnSpc>
                <a:spcPct val="100000"/>
              </a:lnSpc>
              <a:spcBef>
                <a:spcPts val="0"/>
              </a:spcBef>
              <a:defRPr sz="5200" b="1"/>
            </a:lvl4pPr>
            <a:lvl5pPr marL="2184343" indent="-660381" algn="ctr">
              <a:lnSpc>
                <a:spcPct val="100000"/>
              </a:lnSpc>
              <a:spcBef>
                <a:spcPts val="0"/>
              </a:spcBef>
              <a:defRPr sz="5200" b="1"/>
            </a:lvl5pPr>
          </a:lstStyle>
          <a:p>
            <a:r>
              <a:t>Información fáctica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7" name="Nivel de texto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4030264" y="1404937"/>
            <a:ext cx="16323473" cy="7327849"/>
          </a:xfrm>
          <a:prstGeom prst="rect">
            <a:avLst/>
          </a:prstGeom>
        </p:spPr>
        <p:txBody>
          <a:bodyPr anchor="b"/>
          <a:lstStyle/>
          <a:p>
            <a:pPr marL="0" lvl="4" indent="3063219" algn="ctr" defTabSz="1097224">
              <a:lnSpc>
                <a:spcPct val="80000"/>
              </a:lnSpc>
              <a:spcBef>
                <a:spcPts val="0"/>
              </a:spcBef>
              <a:buSzTx/>
              <a:buNone/>
              <a:defRPr sz="11000" b="1" spc="-199"/>
            </a:pPr>
            <a:r>
              <a:t>100 %
</a:t>
            </a:r>
          </a:p>
        </p:txBody>
      </p:sp>
      <p:sp>
        <p:nvSpPr>
          <p:cNvPr id="9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Nivel de texto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83841" y="5232798"/>
            <a:ext cx="16216319" cy="3268268"/>
          </a:xfrm>
          <a:prstGeom prst="rect">
            <a:avLst/>
          </a:prstGeom>
        </p:spPr>
        <p:txBody>
          <a:bodyPr anchor="ctr"/>
          <a:lstStyle>
            <a:lvl1pPr marL="160730" indent="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160730" indent="160730">
              <a:spcBef>
                <a:spcPts val="0"/>
              </a:spcBef>
              <a:buSzTx/>
              <a:buNone/>
              <a:defRPr sz="8400" spc="-168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 destacable”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6" name="Atribució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1" y="9036845"/>
            <a:ext cx="15537657" cy="648368"/>
          </a:xfrm>
          <a:prstGeom prst="rect">
            <a:avLst/>
          </a:prstGeom>
        </p:spPr>
        <p:txBody>
          <a:bodyPr/>
          <a:lstStyle>
            <a:lvl1pPr marL="0" indent="0" defTabSz="825478">
              <a:lnSpc>
                <a:spcPct val="100000"/>
              </a:lnSpc>
              <a:spcBef>
                <a:spcPts val="0"/>
              </a:spcBef>
              <a:buSzTx/>
              <a:buNone/>
              <a:defRPr sz="3200" b="1"/>
            </a:lvl1pPr>
          </a:lstStyle>
          <a:p>
            <a:r>
              <a:t>Atribución</a:t>
            </a:r>
          </a:p>
        </p:txBody>
      </p:sp>
      <p:sp>
        <p:nvSpPr>
          <p:cNvPr id="10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Imagen"/>
          <p:cNvSpPr>
            <a:spLocks noGrp="1"/>
          </p:cNvSpPr>
          <p:nvPr>
            <p:ph type="pic" idx="21"/>
          </p:nvPr>
        </p:nvSpPr>
        <p:spPr>
          <a:xfrm>
            <a:off x="119064" y="966880"/>
            <a:ext cx="15701050" cy="117757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5" name="Imagen"/>
          <p:cNvSpPr>
            <a:spLocks noGrp="1"/>
          </p:cNvSpPr>
          <p:nvPr>
            <p:ph type="pic" sz="quarter" idx="22"/>
          </p:nvPr>
        </p:nvSpPr>
        <p:spPr>
          <a:xfrm>
            <a:off x="12325946" y="410766"/>
            <a:ext cx="8072440" cy="645795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6" name="Imagen"/>
          <p:cNvSpPr>
            <a:spLocks noGrp="1"/>
          </p:cNvSpPr>
          <p:nvPr>
            <p:ph type="pic" idx="23"/>
          </p:nvPr>
        </p:nvSpPr>
        <p:spPr>
          <a:xfrm>
            <a:off x="10057806" y="3866553"/>
            <a:ext cx="11162112" cy="129913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1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886640052_3195x2556.jpeg"/>
          <p:cNvSpPr>
            <a:spLocks noGrp="1"/>
          </p:cNvSpPr>
          <p:nvPr>
            <p:ph type="pic" idx="21"/>
          </p:nvPr>
        </p:nvSpPr>
        <p:spPr>
          <a:xfrm>
            <a:off x="1619249" y="-1482329"/>
            <a:ext cx="20288252" cy="162306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12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7114" y="12954305"/>
            <a:ext cx="409775" cy="4158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n 5" descr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11747179" y="4642089"/>
            <a:ext cx="9926402" cy="73195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None/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0">
              <a:lnSpc>
                <a:spcPct val="100000"/>
              </a:lnSpc>
              <a:buSzTx/>
              <a:buNone/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01816" indent="-257170"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98275" indent="-257170"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4pPr>
            <a:lvl5pPr>
              <a:lnSpc>
                <a:spcPct val="100000"/>
              </a:lnSpc>
              <a:defRPr sz="16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1" name="Texto del título"/>
          <p:cNvSpPr txBox="1">
            <a:spLocks noGrp="1"/>
          </p:cNvSpPr>
          <p:nvPr>
            <p:ph type="title"/>
          </p:nvPr>
        </p:nvSpPr>
        <p:spPr>
          <a:xfrm>
            <a:off x="11747185" y="794537"/>
            <a:ext cx="9926403" cy="108859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3300">
                <a:solidFill>
                  <a:srgbClr val="009F7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42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7270313" y="12296833"/>
            <a:ext cx="409774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150" name="Nivel de texto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51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2352" y="12954302"/>
            <a:ext cx="409774" cy="41587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ivel de texto 1…"/>
          <p:cNvSpPr txBox="1">
            <a:spLocks noGrp="1"/>
          </p:cNvSpPr>
          <p:nvPr>
            <p:ph type="body" idx="1" hasCustomPrompt="1"/>
          </p:nvPr>
        </p:nvSpPr>
        <p:spPr>
          <a:xfrm>
            <a:off x="4030266" y="4161235"/>
            <a:ext cx="16323471" cy="8572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>
            <a:normAutofit/>
          </a:bodyPr>
          <a:lstStyle/>
          <a:p>
            <a:r>
              <a:t>Texto de viñeta de la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e la diapositiva"/>
          <p:cNvSpPr txBox="1">
            <a:spLocks noGrp="1"/>
          </p:cNvSpPr>
          <p:nvPr>
            <p:ph type="title" hasCustomPrompt="1"/>
          </p:nvPr>
        </p:nvSpPr>
        <p:spPr>
          <a:xfrm>
            <a:off x="4030266" y="619125"/>
            <a:ext cx="16323471" cy="1428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>
            <a:normAutofit/>
          </a:bodyPr>
          <a:lstStyle/>
          <a:p>
            <a:r>
              <a:t>Título de la diapositiva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982353" y="12954305"/>
            <a:ext cx="409775" cy="415870"/>
          </a:xfrm>
          <a:prstGeom prst="rect">
            <a:avLst/>
          </a:prstGeom>
          <a:ln w="12700">
            <a:miter lim="400000"/>
          </a:ln>
        </p:spPr>
        <p:txBody>
          <a:bodyPr wrap="none" lIns="71434" tIns="71434" rIns="71434" bIns="71434" anchor="b">
            <a:spAutoFit/>
          </a:bodyPr>
          <a:lstStyle>
            <a:lvl1pPr defTabSz="82151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 spd="med"/>
  <p:txStyles>
    <p:titleStyle>
      <a:lvl1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275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168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53338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91437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295368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1676356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2057349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2438337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2819330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3200318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3581310" marR="0" indent="-533387" algn="l" defTabSz="2438275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82151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BDDA-58C0-AC61-E9FA-36EEC33C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DB49D5D5-303B-6D54-261D-51D2D748146B}"/>
              </a:ext>
            </a:extLst>
          </p:cNvPr>
          <p:cNvSpPr txBox="1"/>
          <p:nvPr/>
        </p:nvSpPr>
        <p:spPr>
          <a:xfrm>
            <a:off x="7364738" y="3615097"/>
            <a:ext cx="9654524" cy="882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pPr algn="ctr"/>
            <a:r>
              <a:rPr lang="pt-BR" sz="4800" dirty="0">
                <a:latin typeface="Helvetica Light"/>
              </a:rPr>
              <a:t>Azure Virtual Machines</a:t>
            </a:r>
            <a:endParaRPr sz="4800" dirty="0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33073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84DB-F152-9323-708B-37BDD722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¿Cómo formarse para ser desarrollador de aplicaciones móviles?">
            <a:extLst>
              <a:ext uri="{FF2B5EF4-FFF2-40B4-BE49-F238E27FC236}">
                <a16:creationId xmlns:a16="http://schemas.microsoft.com/office/drawing/2014/main" id="{26958CA2-6B45-C15B-A414-966AAA17AAC3}"/>
              </a:ext>
            </a:extLst>
          </p:cNvPr>
          <p:cNvSpPr txBox="1"/>
          <p:nvPr/>
        </p:nvSpPr>
        <p:spPr>
          <a:xfrm>
            <a:off x="2537476" y="2832805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Virtual Machines</a:t>
            </a:r>
          </a:p>
        </p:txBody>
      </p:sp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20943759-B967-785B-15F2-E5C3C97C1819}"/>
              </a:ext>
            </a:extLst>
          </p:cNvPr>
          <p:cNvSpPr txBox="1"/>
          <p:nvPr/>
        </p:nvSpPr>
        <p:spPr>
          <a:xfrm>
            <a:off x="3158530" y="3844738"/>
            <a:ext cx="18066940" cy="7469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Ejecutar servidores virtualizados en Azure como </a:t>
            </a:r>
            <a:r>
              <a:rPr lang="es-CO" sz="2800" b="1" dirty="0"/>
              <a:t>infraestructura como servicio (IaaS)</a:t>
            </a:r>
            <a:r>
              <a:rPr lang="es-CO" sz="2800" dirty="0"/>
              <a:t>. Al igual que un servidor físico, se controla el sistema operativo y el software instalado. Las máquinas virtuales son una buena opción cuando se necesita:</a:t>
            </a:r>
          </a:p>
          <a:p>
            <a:pPr algn="just"/>
            <a:endParaRPr lang="es-C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Control total sobre el sistema operativo (SO).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Capacidad de ejecutar software personalizado.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Usar configuraciones de hospedaje personalizadas.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Las máquinas virtuales de Azure eliminan la necesidad de comprar y mantener hardware de servidor físico.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Como servicio IaaS, seguimos gestionando los parches, las actualizaciones y la configuración dentro de la máquina virtual.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Se puede implementar máquinas virtuales rápidamente a partir de imágenes </a:t>
            </a:r>
            <a:r>
              <a:rPr lang="es-CO" sz="2800" dirty="0" err="1"/>
              <a:t>precompiladas</a:t>
            </a:r>
            <a:r>
              <a:rPr lang="es-CO" sz="2800" dirty="0"/>
              <a:t>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Una imagen es una plantilla que ya incluye un sistema operativo y herramientas como componentes de hospedaje web.</a:t>
            </a:r>
          </a:p>
        </p:txBody>
      </p:sp>
    </p:spTree>
    <p:extLst>
      <p:ext uri="{BB962C8B-B14F-4D97-AF65-F5344CB8AC3E}">
        <p14:creationId xmlns:p14="http://schemas.microsoft.com/office/powerpoint/2010/main" val="336289109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6B60-A45F-3BA0-DBFE-D4712B4B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¿Cómo formarse para ser desarrollador de aplicaciones móviles?">
            <a:extLst>
              <a:ext uri="{FF2B5EF4-FFF2-40B4-BE49-F238E27FC236}">
                <a16:creationId xmlns:a16="http://schemas.microsoft.com/office/drawing/2014/main" id="{08B52C7B-BDFD-D61A-CF98-8E46EB11B72A}"/>
              </a:ext>
            </a:extLst>
          </p:cNvPr>
          <p:cNvSpPr txBox="1"/>
          <p:nvPr/>
        </p:nvSpPr>
        <p:spPr>
          <a:xfrm>
            <a:off x="2537476" y="2832805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Ejemplos de cuando usar</a:t>
            </a:r>
          </a:p>
        </p:txBody>
      </p:sp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C901EED0-7842-90F8-E77B-138B5460ABB9}"/>
              </a:ext>
            </a:extLst>
          </p:cNvPr>
          <p:cNvSpPr txBox="1"/>
          <p:nvPr/>
        </p:nvSpPr>
        <p:spPr>
          <a:xfrm>
            <a:off x="3158530" y="4060184"/>
            <a:ext cx="18066940" cy="7038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Entre los casos de uso comunes de máquinas virtuales se incluyen:</a:t>
            </a:r>
          </a:p>
          <a:p>
            <a:pPr algn="just"/>
            <a:endParaRPr lang="es-C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b="1" dirty="0"/>
              <a:t>Pruebas y desarrollo</a:t>
            </a:r>
            <a:r>
              <a:rPr lang="es-CO" sz="2800" dirty="0"/>
              <a:t>. Crear diferentes configuraciones de sistema operativo y aplicación rápidamente y, a continuación, quitar la máquina virtual cuando se complete la prueba.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O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b="1" dirty="0"/>
              <a:t>Hospedaje de aplicaciones en la nube</a:t>
            </a:r>
            <a:r>
              <a:rPr lang="es-CO" sz="2800" dirty="0"/>
              <a:t>. Ejecutar aplicaciones en Azure y escalar o reducir verticalmente la capacidad a medida que cambia la demanda.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O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b="1" dirty="0"/>
              <a:t>Extensión del centro de datos</a:t>
            </a:r>
            <a:r>
              <a:rPr lang="es-CO" sz="2800" dirty="0"/>
              <a:t>. Ampliar una red local a Azure y hospedar cargas de trabajo en una red virtual conectada.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O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b="1" dirty="0"/>
              <a:t>Recuperación ante desastres</a:t>
            </a:r>
            <a:r>
              <a:rPr lang="es-CO" sz="2800" dirty="0"/>
              <a:t>. Mantener la capacidad de conmutación por error en Azure y ejecutar cargas de trabajo críticas allí si el sitio primario no está disponible.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s-CO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b="1" dirty="0"/>
              <a:t>Migración mediante </a:t>
            </a:r>
            <a:r>
              <a:rPr lang="es-CO" sz="2800" b="1" dirty="0" err="1"/>
              <a:t>lift</a:t>
            </a:r>
            <a:r>
              <a:rPr lang="es-CO" sz="2800" b="1" dirty="0"/>
              <a:t>-and-shift</a:t>
            </a:r>
            <a:r>
              <a:rPr lang="es-CO" sz="2800" dirty="0"/>
              <a:t>. Mover las cargas de trabajo de servidor existentes con un rediseño mínimo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435555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AF5E-632D-00C2-EC30-A88DA056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¿Cómo formarse para ser desarrollador de aplicaciones móviles?">
            <a:extLst>
              <a:ext uri="{FF2B5EF4-FFF2-40B4-BE49-F238E27FC236}">
                <a16:creationId xmlns:a16="http://schemas.microsoft.com/office/drawing/2014/main" id="{32A5CEC7-5F09-DDFD-B00E-1B9FA83C5E7F}"/>
              </a:ext>
            </a:extLst>
          </p:cNvPr>
          <p:cNvSpPr txBox="1"/>
          <p:nvPr/>
        </p:nvSpPr>
        <p:spPr>
          <a:xfrm>
            <a:off x="2537476" y="2832805"/>
            <a:ext cx="9654524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Tamaño y recurso</a:t>
            </a:r>
          </a:p>
        </p:txBody>
      </p:sp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85BEEDBC-E98A-7E35-E38B-E23E45118074}"/>
              </a:ext>
            </a:extLst>
          </p:cNvPr>
          <p:cNvSpPr txBox="1"/>
          <p:nvPr/>
        </p:nvSpPr>
        <p:spPr>
          <a:xfrm>
            <a:off x="3158530" y="4729853"/>
            <a:ext cx="18066940" cy="2298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Al aprovisionar una máquina virtual, se eligen recursos como:</a:t>
            </a:r>
          </a:p>
          <a:p>
            <a:pPr algn="just"/>
            <a:endParaRPr lang="es-C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Tamaño (propósito, número de núcleos de procesador y cantidad de RAM)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Discos de almacenamiento (unidades de disco duro, unidades de estado sólido, etc.)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Redes (red virtual, dirección IP pública y configuración de puertos)</a:t>
            </a:r>
          </a:p>
        </p:txBody>
      </p:sp>
    </p:spTree>
    <p:extLst>
      <p:ext uri="{BB962C8B-B14F-4D97-AF65-F5344CB8AC3E}">
        <p14:creationId xmlns:p14="http://schemas.microsoft.com/office/powerpoint/2010/main" val="10990313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00FA-CB2C-D8E7-DCC1-D0EF555F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a en el que se muestran las familias de máquinas virtuales de Azure.">
            <a:extLst>
              <a:ext uri="{FF2B5EF4-FFF2-40B4-BE49-F238E27FC236}">
                <a16:creationId xmlns:a16="http://schemas.microsoft.com/office/drawing/2014/main" id="{F05C727F-54F9-FC0F-5B93-D411EFB8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2" y="788989"/>
            <a:ext cx="19383376" cy="456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0B3EAB-5C09-49CC-AD0B-1AD1C0B3F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58967"/>
              </p:ext>
            </p:extLst>
          </p:nvPr>
        </p:nvGraphicFramePr>
        <p:xfrm>
          <a:off x="2500313" y="5800725"/>
          <a:ext cx="19383375" cy="68075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43301">
                  <a:extLst>
                    <a:ext uri="{9D8B030D-6E8A-4147-A177-3AD203B41FA5}">
                      <a16:colId xmlns:a16="http://schemas.microsoft.com/office/drawing/2014/main" val="2688679178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11692377"/>
                    </a:ext>
                  </a:extLst>
                </a:gridCol>
                <a:gridCol w="10296524">
                  <a:extLst>
                    <a:ext uri="{9D8B030D-6E8A-4147-A177-3AD203B41FA5}">
                      <a16:colId xmlns:a16="http://schemas.microsoft.com/office/drawing/2014/main" val="719252032"/>
                    </a:ext>
                  </a:extLst>
                </a:gridCol>
              </a:tblGrid>
              <a:tr h="267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 b="1" dirty="0">
                          <a:effectLst/>
                        </a:rPr>
                        <a:t>Familia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 b="1" dirty="0">
                          <a:effectLst/>
                        </a:rPr>
                        <a:t>Enfoque típico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 b="1" dirty="0">
                          <a:effectLst/>
                        </a:rPr>
                        <a:t>Ejemplo de uso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237253332"/>
                  </a:ext>
                </a:extLst>
              </a:tr>
              <a:tr h="1071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B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Elástica, económica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Cargas de trabajo de desarrollo y pruebas con picos de CPU ocasionales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2032398315"/>
                  </a:ext>
                </a:extLst>
              </a:tr>
              <a:tr h="1071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D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Uso general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Servidores web, servidores de aplicaciones pequeños a medianos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103367546"/>
                  </a:ext>
                </a:extLst>
              </a:tr>
              <a:tr h="8703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E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Optimización de memoria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Bases de datos en memoria, cargas de trabajo de análisis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1585682200"/>
                  </a:ext>
                </a:extLst>
              </a:tr>
              <a:tr h="6695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F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Optimización informática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Niveles de aplicaciones intensivos en CPU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3505393260"/>
                  </a:ext>
                </a:extLst>
              </a:tr>
              <a:tr h="6695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M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Uso de memoria grande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Bases de datos empresariales de gran tamaño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2458737955"/>
                  </a:ext>
                </a:extLst>
              </a:tr>
              <a:tr h="87035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L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Almacenamiento optimizado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Almacenamiento y procesamiento de datos de alto rendimiento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2696344400"/>
                  </a:ext>
                </a:extLst>
              </a:tr>
              <a:tr h="1071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Serie N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>
                          <a:effectLst/>
                        </a:rPr>
                        <a:t>GPU habilitada</a:t>
                      </a:r>
                    </a:p>
                  </a:txBody>
                  <a:tcPr marL="87474" marR="87474" marT="43737" marB="43737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s-CO" sz="2800" dirty="0">
                          <a:effectLst/>
                        </a:rPr>
                        <a:t>Cargas de trabajo de aprendizaje e inferencia de inteligencia artificial y gráficos</a:t>
                      </a:r>
                    </a:p>
                  </a:txBody>
                  <a:tcPr marL="87474" marR="87474" marT="43737" marB="43737" anchor="ctr"/>
                </a:tc>
                <a:extLst>
                  <a:ext uri="{0D108BD9-81ED-4DB2-BD59-A6C34878D82A}">
                    <a16:rowId xmlns:a16="http://schemas.microsoft.com/office/drawing/2014/main" val="3414282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6528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5C24-73A1-D992-E5CF-708600FA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mensiones de tamaño de máquina virtual clave: vCPU, RAM, disco, red, compatibilidad con SSD Premium y generación de hardware.">
            <a:extLst>
              <a:ext uri="{FF2B5EF4-FFF2-40B4-BE49-F238E27FC236}">
                <a16:creationId xmlns:a16="http://schemas.microsoft.com/office/drawing/2014/main" id="{37C050C5-97B0-9496-400E-EF8C692B1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618" y="760414"/>
            <a:ext cx="19816763" cy="466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42421D14-5935-143C-4195-7BA6D8DD7C2A}"/>
              </a:ext>
            </a:extLst>
          </p:cNvPr>
          <p:cNvSpPr txBox="1"/>
          <p:nvPr/>
        </p:nvSpPr>
        <p:spPr>
          <a:xfrm>
            <a:off x="3158529" y="6226648"/>
            <a:ext cx="18066940" cy="3591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Algunos de los ajustes que se pueden realizar son:</a:t>
            </a:r>
          </a:p>
          <a:p>
            <a:pPr algn="just"/>
            <a:endParaRPr lang="es-CO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Recuento de </a:t>
            </a:r>
            <a:r>
              <a:rPr lang="es-CO" sz="2800" dirty="0" err="1"/>
              <a:t>vCPU</a:t>
            </a:r>
            <a:r>
              <a:rPr lang="es-CO" sz="2800" dirty="0"/>
              <a:t>: afecta a la capacidad de proceso para cargas de trabajo simultáneas y enlazadas a CPU.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RAM: afecta a la cantidad de datos de trabajo que la máquina virtual puede mantener en memoria.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Configuración del disco: afecta a la capacidad de almacenamiento, las IOPS y el rendimiento.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s-CO" sz="2800" dirty="0"/>
              <a:t>Rendimiento de red: afecta al rendimiento de la transferencia de datos dentro y fuera de la máquina virtual.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Compatibilidad con SSD Premium: indica si el tamaño admite discos administrados Premium.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O" sz="2800" dirty="0"/>
              <a:t>Generación de hardware: indica la generación de plataformas y puede afectar al rendimiento de línea base.</a:t>
            </a:r>
          </a:p>
        </p:txBody>
      </p:sp>
    </p:spTree>
    <p:extLst>
      <p:ext uri="{BB962C8B-B14F-4D97-AF65-F5344CB8AC3E}">
        <p14:creationId xmlns:p14="http://schemas.microsoft.com/office/powerpoint/2010/main" val="31568679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DA60-6BEE-A3DC-7987-7B23E77A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78224C6C-95DC-FCC9-1C2A-C91687D1CE8A}"/>
              </a:ext>
            </a:extLst>
          </p:cNvPr>
          <p:cNvSpPr txBox="1"/>
          <p:nvPr/>
        </p:nvSpPr>
        <p:spPr>
          <a:xfrm>
            <a:off x="3158529" y="6226649"/>
            <a:ext cx="18066940" cy="3591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Los nombres de máquina virtual también llevan información útil sobre el tamaño. El nombre base indica la familia (o propósito), el número de </a:t>
            </a:r>
            <a:r>
              <a:rPr lang="es-CO" sz="2800" dirty="0" err="1"/>
              <a:t>vCPU</a:t>
            </a:r>
            <a:r>
              <a:rPr lang="es-CO" sz="2800" dirty="0"/>
              <a:t> y la generación de hardware. También puede indicar características como la compatibilidad con Premium Storage.</a:t>
            </a:r>
          </a:p>
          <a:p>
            <a:pPr algn="just"/>
            <a:endParaRPr lang="es-CO" sz="2800" dirty="0"/>
          </a:p>
          <a:p>
            <a:r>
              <a:rPr lang="es-CO" sz="2800" dirty="0"/>
              <a:t>D: la familia de máquinas virtuales (de uso general en este caso)</a:t>
            </a:r>
          </a:p>
          <a:p>
            <a:r>
              <a:rPr lang="es-CO" sz="2800" dirty="0"/>
              <a:t>2: el número de </a:t>
            </a:r>
            <a:r>
              <a:rPr lang="es-CO" sz="2800" dirty="0" err="1"/>
              <a:t>vCPUs</a:t>
            </a:r>
            <a:r>
              <a:rPr lang="es-CO" sz="2800" dirty="0"/>
              <a:t> para este tamaño</a:t>
            </a:r>
          </a:p>
          <a:p>
            <a:r>
              <a:rPr lang="es-CO" sz="2800" dirty="0"/>
              <a:t>s: admite el almacenamiento SSD Premium.</a:t>
            </a:r>
          </a:p>
          <a:p>
            <a:r>
              <a:rPr lang="es-CO" sz="2800" dirty="0"/>
              <a:t>v5: generación de hardware para esa familia</a:t>
            </a:r>
          </a:p>
        </p:txBody>
      </p:sp>
      <p:pic>
        <p:nvPicPr>
          <p:cNvPr id="3074" name="Picture 2" descr="Desglose de Standard_D2s_v5 que muestra D como familia, 2 como cantidad de vCPU, s como compatibilidad con disco Premium y v5 como versión de hardware.">
            <a:extLst>
              <a:ext uri="{FF2B5EF4-FFF2-40B4-BE49-F238E27FC236}">
                <a16:creationId xmlns:a16="http://schemas.microsoft.com/office/drawing/2014/main" id="{DA4A3B29-465B-B832-9369-503C3E405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110" y="1189038"/>
            <a:ext cx="15263780" cy="359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651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435D-E253-8C47-2B8A-55BF7B0D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¿Cómo formarse para ser desarrollador de aplicaciones móviles?">
            <a:extLst>
              <a:ext uri="{FF2B5EF4-FFF2-40B4-BE49-F238E27FC236}">
                <a16:creationId xmlns:a16="http://schemas.microsoft.com/office/drawing/2014/main" id="{AC30A412-BE57-CD11-89B2-3E9B9BA6D127}"/>
              </a:ext>
            </a:extLst>
          </p:cNvPr>
          <p:cNvSpPr txBox="1"/>
          <p:nvPr/>
        </p:nvSpPr>
        <p:spPr>
          <a:xfrm>
            <a:off x="2537476" y="1893074"/>
            <a:ext cx="14450362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Contenedores en Azure</a:t>
            </a:r>
          </a:p>
        </p:txBody>
      </p:sp>
      <p:sp>
        <p:nvSpPr>
          <p:cNvPr id="3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F9AB50E2-6FB2-26A4-27C4-256832BE9EB0}"/>
              </a:ext>
            </a:extLst>
          </p:cNvPr>
          <p:cNvSpPr txBox="1"/>
          <p:nvPr/>
        </p:nvSpPr>
        <p:spPr>
          <a:xfrm>
            <a:off x="3158530" y="3291567"/>
            <a:ext cx="18066940" cy="1436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Las máquinas virtuales reducen los costos en comparación con el hardware físico, pero todavía están limitados a un único sistema operativo por máquina virtual. Los contenedores son una excelente opción si se quiere ejecutar varias instancias de una aplicación en un solo equipo host.</a:t>
            </a:r>
          </a:p>
        </p:txBody>
      </p:sp>
      <p:sp>
        <p:nvSpPr>
          <p:cNvPr id="2" name="¿Cómo formarse para ser desarrollador de aplicaciones móviles?">
            <a:extLst>
              <a:ext uri="{FF2B5EF4-FFF2-40B4-BE49-F238E27FC236}">
                <a16:creationId xmlns:a16="http://schemas.microsoft.com/office/drawing/2014/main" id="{26ADDAF9-FB11-691F-08C1-5491419881C6}"/>
              </a:ext>
            </a:extLst>
          </p:cNvPr>
          <p:cNvSpPr txBox="1"/>
          <p:nvPr/>
        </p:nvSpPr>
        <p:spPr>
          <a:xfrm>
            <a:off x="2537476" y="5617349"/>
            <a:ext cx="14450362" cy="63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r>
              <a:rPr lang="es-CO" sz="3200" noProof="0" dirty="0">
                <a:latin typeface="Helvetica Light"/>
              </a:rPr>
              <a:t>¿Qué son?</a:t>
            </a:r>
          </a:p>
        </p:txBody>
      </p:sp>
      <p:sp>
        <p:nvSpPr>
          <p:cNvPr id="4" name="En los últimos años se viene detectando de que la interacción de las entidades con sus usuarios ya no pasa necesariamente por una web.…">
            <a:extLst>
              <a:ext uri="{FF2B5EF4-FFF2-40B4-BE49-F238E27FC236}">
                <a16:creationId xmlns:a16="http://schemas.microsoft.com/office/drawing/2014/main" id="{AA3F3D87-BBEC-D6E8-6FA6-9ABFD4E1DBF6}"/>
              </a:ext>
            </a:extLst>
          </p:cNvPr>
          <p:cNvSpPr txBox="1"/>
          <p:nvPr/>
        </p:nvSpPr>
        <p:spPr>
          <a:xfrm>
            <a:off x="3158530" y="6691493"/>
            <a:ext cx="18066940" cy="617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4" tIns="71434" rIns="71434" bIns="71434" anchor="ctr">
            <a:spAutoFit/>
          </a:bodyPr>
          <a:lstStyle/>
          <a:p>
            <a:pPr algn="just"/>
            <a:r>
              <a:rPr lang="es-CO" sz="2800" dirty="0"/>
              <a:t>Los contenedores son un entorno de virtualización.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Al igual que la ejecución de varias máquinas virtuales en un solo host físico, se pueden ejecutar varios contenedores en un solo host físico o virtual.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A diferencia de las máquinas virtuales, no se administra el sistema operativo de un contenedor. Cada máquina virtual ejecuta su propio sistema operativo al que puede conectarse y administrar. Los contenedores son ligeros y se han diseñado para crearse, escalarse horizontalmente y detenerse de forma dinámica.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Se puede crear e implementar máquinas virtuales a medida que aumenta la demanda de aplicaciones, pero los contenedores son un método más ligero y ágil. Los contenedores ayudan a responder a los cambios bajo demanda y a reiniciarse rápidamente después de un bloqueo o interrupción de hardware. </a:t>
            </a:r>
          </a:p>
          <a:p>
            <a:pPr algn="just"/>
            <a:endParaRPr lang="es-CO" sz="2800" dirty="0"/>
          </a:p>
          <a:p>
            <a:pPr algn="just"/>
            <a:r>
              <a:rPr lang="es-CO" sz="2800" dirty="0"/>
              <a:t>Uno de los motores de contenedores más populares es Docker. Y Azure es compatible con Docker.</a:t>
            </a:r>
          </a:p>
        </p:txBody>
      </p:sp>
    </p:spTree>
    <p:extLst>
      <p:ext uri="{BB962C8B-B14F-4D97-AF65-F5344CB8AC3E}">
        <p14:creationId xmlns:p14="http://schemas.microsoft.com/office/powerpoint/2010/main" val="28619011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8DC8-EB1E-2129-D72A-E7EBECDB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¿Cómo formarse para ser desarrollador de aplicaciones móviles?">
            <a:extLst>
              <a:ext uri="{FF2B5EF4-FFF2-40B4-BE49-F238E27FC236}">
                <a16:creationId xmlns:a16="http://schemas.microsoft.com/office/drawing/2014/main" id="{5B25C4D8-41AC-C25B-EDCB-D9EA80C58709}"/>
              </a:ext>
            </a:extLst>
          </p:cNvPr>
          <p:cNvSpPr txBox="1"/>
          <p:nvPr/>
        </p:nvSpPr>
        <p:spPr>
          <a:xfrm>
            <a:off x="7364738" y="2876434"/>
            <a:ext cx="9654524" cy="2360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71434" tIns="71434" rIns="71434" bIns="71434" anchor="ctr">
            <a:spAutoFit/>
          </a:bodyPr>
          <a:lstStyle>
            <a:lvl1pPr algn="l">
              <a:defRPr sz="3600" b="1">
                <a:solidFill>
                  <a:srgbClr val="00A3BF"/>
                </a:solidFill>
              </a:defRPr>
            </a:lvl1pPr>
          </a:lstStyle>
          <a:p>
            <a:pPr algn="ctr"/>
            <a:r>
              <a:rPr lang="pt-BR" sz="4800">
                <a:latin typeface="Helvetica Light"/>
              </a:rPr>
              <a:t>Hablemos de Microservicios y Docker para un mejor entendimiento...</a:t>
            </a:r>
            <a:endParaRPr sz="4800" dirty="0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7827849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4" tIns="71434" rIns="71434" bIns="71434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359A176E8B9854AA3D01AE34ED232F3" ma:contentTypeVersion="10" ma:contentTypeDescription="Crear nuevo documento." ma:contentTypeScope="" ma:versionID="3925640f1aa2cf9dfb10aadb476aad26">
  <xsd:schema xmlns:xsd="http://www.w3.org/2001/XMLSchema" xmlns:xs="http://www.w3.org/2001/XMLSchema" xmlns:p="http://schemas.microsoft.com/office/2006/metadata/properties" xmlns:ns2="aceb4fe1-53dd-4732-b090-f293850c2989" xmlns:ns3="de26d076-c54c-4210-9ee1-315c82760e76" targetNamespace="http://schemas.microsoft.com/office/2006/metadata/properties" ma:root="true" ma:fieldsID="e580be744deaf20ec630cabec991a74b" ns2:_="" ns3:_="">
    <xsd:import namespace="aceb4fe1-53dd-4732-b090-f293850c2989"/>
    <xsd:import namespace="de26d076-c54c-4210-9ee1-315c82760e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eb4fe1-53dd-4732-b090-f293850c2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26d076-c54c-4210-9ee1-315c82760e7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944201-0AFB-4FDA-86CF-670F1F8AF59D}">
  <ds:schemaRefs>
    <ds:schemaRef ds:uri="aceb4fe1-53dd-4732-b090-f293850c2989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de26d076-c54c-4210-9ee1-315c82760e76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372E40-7AC3-447C-AF4A-54FCAFB5E1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8E361F-7359-4C4E-8951-5BED68039C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eb4fe1-53dd-4732-b090-f293850c2989"/>
    <ds:schemaRef ds:uri="de26d076-c54c-4210-9ee1-315c82760e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2655</TotalTime>
  <Words>855</Words>
  <Application>Microsoft Office PowerPoint</Application>
  <PresentationFormat>Custom</PresentationFormat>
  <Paragraphs>84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Helvetica Light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 Rodriguez (Directora Desarrollo)</dc:creator>
  <cp:lastModifiedBy>Norbey Muñoz</cp:lastModifiedBy>
  <cp:revision>49</cp:revision>
  <dcterms:modified xsi:type="dcterms:W3CDTF">2026-06-22T02:52:02Z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0x010100B359A176E8B9854AA3D01AE34ED232F3</vt:lpwstr>
  </property>
</Properties>
</file>