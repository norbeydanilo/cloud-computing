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300" r:id="rId5"/>
    <p:sldId id="301" r:id="rId6"/>
    <p:sldId id="303" r:id="rId7"/>
    <p:sldId id="302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267" r:id="rId24"/>
    <p:sldId id="259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66" r:id="rId41"/>
    <p:sldId id="260" r:id="rId42"/>
    <p:sldId id="319" r:id="rId43"/>
    <p:sldId id="320" r:id="rId44"/>
    <p:sldId id="321" r:id="rId45"/>
    <p:sldId id="284" r:id="rId46"/>
    <p:sldId id="285" r:id="rId47"/>
    <p:sldId id="322" r:id="rId48"/>
    <p:sldId id="323" r:id="rId49"/>
    <p:sldId id="324" r:id="rId50"/>
    <p:sldId id="325" r:id="rId51"/>
    <p:sldId id="326" r:id="rId52"/>
    <p:sldId id="327" r:id="rId53"/>
    <p:sldId id="328" r:id="rId54"/>
    <p:sldId id="329" r:id="rId55"/>
    <p:sldId id="330" r:id="rId56"/>
    <p:sldId id="331" r:id="rId57"/>
    <p:sldId id="332" r:id="rId58"/>
    <p:sldId id="333" r:id="rId59"/>
    <p:sldId id="334" r:id="rId60"/>
    <p:sldId id="335" r:id="rId61"/>
    <p:sldId id="336" r:id="rId62"/>
    <p:sldId id="337" r:id="rId63"/>
    <p:sldId id="338" r:id="rId64"/>
    <p:sldId id="339" r:id="rId65"/>
    <p:sldId id="340" r:id="rId66"/>
    <p:sldId id="341" r:id="rId67"/>
    <p:sldId id="342" r:id="rId68"/>
    <p:sldId id="343" r:id="rId69"/>
    <p:sldId id="344" r:id="rId70"/>
    <p:sldId id="345" r:id="rId71"/>
    <p:sldId id="346" r:id="rId72"/>
    <p:sldId id="347" r:id="rId73"/>
    <p:sldId id="348" r:id="rId74"/>
    <p:sldId id="349" r:id="rId75"/>
    <p:sldId id="350" r:id="rId76"/>
    <p:sldId id="351" r:id="rId77"/>
    <p:sldId id="352" r:id="rId78"/>
  </p:sldIdLst>
  <p:sldSz cx="14630400" cy="8229600"/>
  <p:notesSz cx="8229600" cy="14630400"/>
  <p:embeddedFontLst>
    <p:embeddedFont>
      <p:font typeface="Roboto Condensed" panose="02000000000000000000" pitchFamily="2" charset="0"/>
      <p:regular r:id="rId80"/>
      <p:bold r:id="rId81"/>
      <p:italic r:id="rId82"/>
      <p:boldItalic r:id="rId83"/>
    </p:embeddedFont>
    <p:embeddedFont>
      <p:font typeface="Segoe UI" panose="020B0502040204020203" pitchFamily="34" charset="0"/>
      <p:regular r:id="rId84"/>
      <p:bold r:id="rId85"/>
      <p:italic r:id="rId86"/>
      <p:boldItalic r:id="rId87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EE174F-7DFC-4109-8E56-391AFBBB9140}" v="30" dt="2025-08-29T20:36:03.854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511" autoAdjust="0"/>
  </p:normalViewPr>
  <p:slideViewPr>
    <p:cSldViewPr snapToGrid="0" snapToObjects="1">
      <p:cViewPr varScale="1">
        <p:scale>
          <a:sx n="80" d="100"/>
          <a:sy n="80" d="100"/>
        </p:scale>
        <p:origin x="562" y="2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5.fntdata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1.fntdata"/><Relationship Id="rId85" Type="http://schemas.openxmlformats.org/officeDocument/2006/relationships/font" Target="fonts/font6.fntdata"/><Relationship Id="rId93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4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2.fntdata"/><Relationship Id="rId86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microsoft.com/office/2016/11/relationships/changesInfo" Target="changesInfos/changesInfo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8.fntdata"/><Relationship Id="rId61" Type="http://schemas.openxmlformats.org/officeDocument/2006/relationships/slide" Target="slides/slide60.xml"/><Relationship Id="rId82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4BEE174F-7DFC-4109-8E56-391AFBBB9140}"/>
    <pc:docChg chg="undo custSel addSld delSld modSld sldOrd">
      <pc:chgData name="Norbey Muñoz" userId="b7e811e8891ccd42" providerId="LiveId" clId="{4BEE174F-7DFC-4109-8E56-391AFBBB9140}" dt="2025-08-29T20:53:54.185" v="435" actId="22"/>
      <pc:docMkLst>
        <pc:docMk/>
      </pc:docMkLst>
      <pc:sldChg chg="delSp modSp mod">
        <pc:chgData name="Norbey Muñoz" userId="b7e811e8891ccd42" providerId="LiveId" clId="{4BEE174F-7DFC-4109-8E56-391AFBBB9140}" dt="2025-08-29T19:47:22.926" v="34" actId="790"/>
        <pc:sldMkLst>
          <pc:docMk/>
          <pc:sldMk cId="0" sldId="256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56"/>
            <ac:spMk id="3" creationId="{00000000-0000-0000-0000-000000000000}"/>
          </ac:spMkLst>
        </pc:spChg>
        <pc:spChg chg="del">
          <ac:chgData name="Norbey Muñoz" userId="b7e811e8891ccd42" providerId="LiveId" clId="{4BEE174F-7DFC-4109-8E56-391AFBBB9140}" dt="2025-08-29T19:47:08.849" v="30" actId="478"/>
          <ac:spMkLst>
            <pc:docMk/>
            <pc:sldMk cId="0" sldId="256"/>
            <ac:spMk id="4" creationId="{00000000-0000-0000-0000-000000000000}"/>
          </ac:spMkLst>
        </pc:spChg>
      </pc:sldChg>
      <pc:sldChg chg="modSp mod modClrScheme chgLayout">
        <pc:chgData name="Norbey Muñoz" userId="b7e811e8891ccd42" providerId="LiveId" clId="{4BEE174F-7DFC-4109-8E56-391AFBBB9140}" dt="2025-08-29T20:00:21.461" v="99" actId="700"/>
        <pc:sldMkLst>
          <pc:docMk/>
          <pc:sldMk cId="0" sldId="257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 modClrScheme chgLayout">
        <pc:chgData name="Norbey Muñoz" userId="b7e811e8891ccd42" providerId="LiveId" clId="{4BEE174F-7DFC-4109-8E56-391AFBBB9140}" dt="2025-08-29T20:00:17.061" v="98" actId="700"/>
        <pc:sldMkLst>
          <pc:docMk/>
          <pc:sldMk cId="0" sldId="258"/>
        </pc:sldMkLst>
        <pc:spChg chg="del mod">
          <ac:chgData name="Norbey Muñoz" userId="b7e811e8891ccd42" providerId="LiveId" clId="{4BEE174F-7DFC-4109-8E56-391AFBBB9140}" dt="2025-08-29T19:49:14.938" v="35" actId="478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Norbey Muñoz" userId="b7e811e8891ccd42" providerId="LiveId" clId="{4BEE174F-7DFC-4109-8E56-391AFBBB9140}" dt="2025-08-29T19:49:17.618" v="36" actId="478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Norbey Muñoz" userId="b7e811e8891ccd42" providerId="LiveId" clId="{4BEE174F-7DFC-4109-8E56-391AFBBB9140}" dt="2025-08-29T19:49:17.618" v="3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Norbey Muñoz" userId="b7e811e8891ccd42" providerId="LiveId" clId="{4BEE174F-7DFC-4109-8E56-391AFBBB9140}" dt="2025-08-29T19:49:17.618" v="36" actId="478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Norbey Muñoz" userId="b7e811e8891ccd42" providerId="LiveId" clId="{4BEE174F-7DFC-4109-8E56-391AFBBB9140}" dt="2025-08-29T19:49:17.618" v="36" actId="478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Norbey Muñoz" userId="b7e811e8891ccd42" providerId="LiveId" clId="{4BEE174F-7DFC-4109-8E56-391AFBBB9140}" dt="2025-08-29T19:49:17.618" v="36" actId="478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Norbey Muñoz" userId="b7e811e8891ccd42" providerId="LiveId" clId="{4BEE174F-7DFC-4109-8E56-391AFBBB9140}" dt="2025-08-29T19:49:17.618" v="36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Norbey Muñoz" userId="b7e811e8891ccd42" providerId="LiveId" clId="{4BEE174F-7DFC-4109-8E56-391AFBBB9140}" dt="2025-08-29T19:49:20.444" v="38" actId="478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Norbey Muñoz" userId="b7e811e8891ccd42" providerId="LiveId" clId="{4BEE174F-7DFC-4109-8E56-391AFBBB9140}" dt="2025-08-29T19:49:23.611" v="39" actId="478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Norbey Muñoz" userId="b7e811e8891ccd42" providerId="LiveId" clId="{4BEE174F-7DFC-4109-8E56-391AFBBB9140}" dt="2025-08-29T19:49:24.561" v="40" actId="478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Norbey Muñoz" userId="b7e811e8891ccd42" providerId="LiveId" clId="{4BEE174F-7DFC-4109-8E56-391AFBBB9140}" dt="2025-08-29T19:49:25.217" v="41" actId="478"/>
          <ac:spMkLst>
            <pc:docMk/>
            <pc:sldMk cId="0" sldId="258"/>
            <ac:spMk id="16" creationId="{00000000-0000-0000-0000-000000000000}"/>
          </ac:spMkLst>
        </pc:spChg>
        <pc:spChg chg="add del mod">
          <ac:chgData name="Norbey Muñoz" userId="b7e811e8891ccd42" providerId="LiveId" clId="{4BEE174F-7DFC-4109-8E56-391AFBBB9140}" dt="2025-08-29T19:49:52.853" v="47" actId="478"/>
          <ac:spMkLst>
            <pc:docMk/>
            <pc:sldMk cId="0" sldId="258"/>
            <ac:spMk id="18" creationId="{07E1437F-5805-7E75-3DF5-CE7D839DF7E3}"/>
          </ac:spMkLst>
        </pc:spChg>
        <pc:spChg chg="add mod">
          <ac:chgData name="Norbey Muñoz" userId="b7e811e8891ccd42" providerId="LiveId" clId="{4BEE174F-7DFC-4109-8E56-391AFBBB9140}" dt="2025-08-29T19:51:40.031" v="56" actId="1076"/>
          <ac:spMkLst>
            <pc:docMk/>
            <pc:sldMk cId="0" sldId="258"/>
            <ac:spMk id="20" creationId="{D5C05CD3-3114-8C01-8FE9-2FB5B3554639}"/>
          </ac:spMkLst>
        </pc:spChg>
        <pc:spChg chg="add mod">
          <ac:chgData name="Norbey Muñoz" userId="b7e811e8891ccd42" providerId="LiveId" clId="{4BEE174F-7DFC-4109-8E56-391AFBBB9140}" dt="2025-08-29T19:52:28.112" v="66" actId="1076"/>
          <ac:spMkLst>
            <pc:docMk/>
            <pc:sldMk cId="0" sldId="258"/>
            <ac:spMk id="22" creationId="{C5803C08-B211-2F66-AB6A-AFB09B377627}"/>
          </ac:spMkLst>
        </pc:spChg>
        <pc:picChg chg="del">
          <ac:chgData name="Norbey Muñoz" userId="b7e811e8891ccd42" providerId="LiveId" clId="{4BEE174F-7DFC-4109-8E56-391AFBBB9140}" dt="2025-08-29T19:49:17.618" v="36" actId="478"/>
          <ac:picMkLst>
            <pc:docMk/>
            <pc:sldMk cId="0" sldId="258"/>
            <ac:picMk id="5" creationId="{00000000-0000-0000-0000-000000000000}"/>
          </ac:picMkLst>
        </pc:picChg>
        <pc:picChg chg="del">
          <ac:chgData name="Norbey Muñoz" userId="b7e811e8891ccd42" providerId="LiveId" clId="{4BEE174F-7DFC-4109-8E56-391AFBBB9140}" dt="2025-08-29T19:49:17.618" v="36" actId="478"/>
          <ac:picMkLst>
            <pc:docMk/>
            <pc:sldMk cId="0" sldId="258"/>
            <ac:picMk id="9" creationId="{00000000-0000-0000-0000-000000000000}"/>
          </ac:picMkLst>
        </pc:picChg>
        <pc:picChg chg="del">
          <ac:chgData name="Norbey Muñoz" userId="b7e811e8891ccd42" providerId="LiveId" clId="{4BEE174F-7DFC-4109-8E56-391AFBBB9140}" dt="2025-08-29T19:49:19.427" v="37" actId="478"/>
          <ac:picMkLst>
            <pc:docMk/>
            <pc:sldMk cId="0" sldId="258"/>
            <ac:picMk id="13" creationId="{00000000-0000-0000-0000-000000000000}"/>
          </ac:picMkLst>
        </pc:picChg>
        <pc:picChg chg="add mod">
          <ac:chgData name="Norbey Muñoz" userId="b7e811e8891ccd42" providerId="LiveId" clId="{4BEE174F-7DFC-4109-8E56-391AFBBB9140}" dt="2025-08-29T19:52:29.465" v="67" actId="1076"/>
          <ac:picMkLst>
            <pc:docMk/>
            <pc:sldMk cId="0" sldId="258"/>
            <ac:picMk id="1026" creationId="{03C4315E-496D-9F16-8863-1E3092CABE40}"/>
          </ac:picMkLst>
        </pc:picChg>
      </pc:sldChg>
      <pc:sldChg chg="mod modClrScheme chgLayout">
        <pc:chgData name="Norbey Muñoz" userId="b7e811e8891ccd42" providerId="LiveId" clId="{4BEE174F-7DFC-4109-8E56-391AFBBB9140}" dt="2025-08-29T20:31:46.315" v="274" actId="700"/>
        <pc:sldMkLst>
          <pc:docMk/>
          <pc:sldMk cId="0" sldId="259"/>
        </pc:sldMkLst>
      </pc:sldChg>
      <pc:sldChg chg="modSp mod">
        <pc:chgData name="Norbey Muñoz" userId="b7e811e8891ccd42" providerId="LiveId" clId="{4BEE174F-7DFC-4109-8E56-391AFBBB9140}" dt="2025-08-29T19:47:22.926" v="34" actId="790"/>
        <pc:sldMkLst>
          <pc:docMk/>
          <pc:sldMk cId="0" sldId="260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0"/>
            <ac:spMk id="3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0"/>
            <ac:spMk id="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0"/>
            <ac:spMk id="6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0"/>
            <ac:spMk id="8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0"/>
            <ac:spMk id="9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0"/>
            <ac:spMk id="13" creationId="{00000000-0000-0000-0000-000000000000}"/>
          </ac:spMkLst>
        </pc:spChg>
      </pc:sldChg>
      <pc:sldChg chg="modSp del mod">
        <pc:chgData name="Norbey Muñoz" userId="b7e811e8891ccd42" providerId="LiveId" clId="{4BEE174F-7DFC-4109-8E56-391AFBBB9140}" dt="2025-08-29T20:50:50.569" v="380" actId="47"/>
        <pc:sldMkLst>
          <pc:docMk/>
          <pc:sldMk cId="0" sldId="261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1"/>
            <ac:spMk id="8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1"/>
            <ac:spMk id="19" creationId="{00000000-0000-0000-0000-000000000000}"/>
          </ac:spMkLst>
        </pc:spChg>
      </pc:sldChg>
      <pc:sldChg chg="modSp del mod">
        <pc:chgData name="Norbey Muñoz" userId="b7e811e8891ccd42" providerId="LiveId" clId="{4BEE174F-7DFC-4109-8E56-391AFBBB9140}" dt="2025-08-29T20:50:52.861" v="386" actId="47"/>
        <pc:sldMkLst>
          <pc:docMk/>
          <pc:sldMk cId="0" sldId="262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2"/>
            <ac:spMk id="4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2"/>
            <ac:spMk id="6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2"/>
            <ac:spMk id="8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2"/>
            <ac:spMk id="9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2"/>
            <ac:spMk id="18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2"/>
            <ac:spMk id="20" creationId="{00000000-0000-0000-0000-000000000000}"/>
          </ac:spMkLst>
        </pc:spChg>
      </pc:sldChg>
      <pc:sldChg chg="modSp del mod">
        <pc:chgData name="Norbey Muñoz" userId="b7e811e8891ccd42" providerId="LiveId" clId="{4BEE174F-7DFC-4109-8E56-391AFBBB9140}" dt="2025-08-29T20:50:53.147" v="387" actId="47"/>
        <pc:sldMkLst>
          <pc:docMk/>
          <pc:sldMk cId="0" sldId="263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3"/>
            <ac:spMk id="3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3"/>
            <ac:spMk id="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3"/>
            <ac:spMk id="6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3"/>
            <ac:spMk id="8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3"/>
            <ac:spMk id="9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3"/>
            <ac:spMk id="16" creationId="{00000000-0000-0000-0000-000000000000}"/>
          </ac:spMkLst>
        </pc:spChg>
      </pc:sldChg>
      <pc:sldChg chg="modSp del mod">
        <pc:chgData name="Norbey Muñoz" userId="b7e811e8891ccd42" providerId="LiveId" clId="{4BEE174F-7DFC-4109-8E56-391AFBBB9140}" dt="2025-08-29T20:50:53.530" v="388" actId="47"/>
        <pc:sldMkLst>
          <pc:docMk/>
          <pc:sldMk cId="0" sldId="264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4"/>
            <ac:spMk id="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4"/>
            <ac:spMk id="6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4"/>
            <ac:spMk id="9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4"/>
            <ac:spMk id="16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4"/>
            <ac:spMk id="17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4"/>
            <ac:spMk id="19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4"/>
            <ac:spMk id="22" creationId="{00000000-0000-0000-0000-000000000000}"/>
          </ac:spMkLst>
        </pc:spChg>
      </pc:sldChg>
      <pc:sldChg chg="modSp del mod">
        <pc:chgData name="Norbey Muñoz" userId="b7e811e8891ccd42" providerId="LiveId" clId="{4BEE174F-7DFC-4109-8E56-391AFBBB9140}" dt="2025-08-29T20:50:53.808" v="389" actId="47"/>
        <pc:sldMkLst>
          <pc:docMk/>
          <pc:sldMk cId="0" sldId="265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5"/>
            <ac:spMk id="4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5"/>
            <ac:spMk id="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5"/>
            <ac:spMk id="6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5"/>
            <ac:spMk id="7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5"/>
            <ac:spMk id="8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5"/>
            <ac:spMk id="9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65"/>
            <ac:spMk id="13" creationId="{00000000-0000-0000-0000-000000000000}"/>
          </ac:spMkLst>
        </pc:spChg>
      </pc:sldChg>
      <pc:sldChg chg="modSp mod">
        <pc:chgData name="Norbey Muñoz" userId="b7e811e8891ccd42" providerId="LiveId" clId="{4BEE174F-7DFC-4109-8E56-391AFBBB9140}" dt="2025-08-29T19:47:22.926" v="34" actId="790"/>
        <pc:sldMkLst>
          <pc:docMk/>
          <pc:sldMk cId="4217605356" sldId="266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4217605356" sldId="266"/>
            <ac:spMk id="3" creationId="{6A18EDF4-1439-96B9-ED64-E2A3E9C775C9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4217605356" sldId="266"/>
            <ac:spMk id="4" creationId="{D4BC979B-CDAE-86B8-6612-78A277E479D5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4217605356" sldId="266"/>
            <ac:spMk id="5" creationId="{6FAE020C-2E8F-2EF5-22D9-025AF7139D66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4217605356" sldId="266"/>
            <ac:spMk id="6" creationId="{C325CE10-4A50-2D87-A7B6-DBF28C621586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4217605356" sldId="266"/>
            <ac:spMk id="7" creationId="{C7943803-5A68-9EC8-62EC-178BC76ED2D8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4217605356" sldId="266"/>
            <ac:spMk id="8" creationId="{12404DD4-A79B-4CD9-DE9C-63ACDCE3EA68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4217605356" sldId="266"/>
            <ac:spMk id="9" creationId="{EAC2A0CA-F482-2C4E-AB24-56E1B967144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4217605356" sldId="266"/>
            <ac:spMk id="10" creationId="{682C3BA6-6AEF-D818-E9F3-3B6E855DA114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4217605356" sldId="266"/>
            <ac:spMk id="11" creationId="{EDBC0213-3D1E-5C2B-6D1D-90B2E6FE3293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4217605356" sldId="266"/>
            <ac:spMk id="12" creationId="{BDEE5EDF-12FE-729B-EB64-61397DBF5559}"/>
          </ac:spMkLst>
        </pc:spChg>
      </pc:sldChg>
      <pc:sldChg chg="ord">
        <pc:chgData name="Norbey Muñoz" userId="b7e811e8891ccd42" providerId="LiveId" clId="{4BEE174F-7DFC-4109-8E56-391AFBBB9140}" dt="2025-08-29T19:57:59.693" v="81"/>
        <pc:sldMkLst>
          <pc:docMk/>
          <pc:sldMk cId="2845443211" sldId="267"/>
        </pc:sldMkLst>
      </pc:sldChg>
      <pc:sldChg chg="mod modClrScheme chgLayout">
        <pc:chgData name="Norbey Muñoz" userId="b7e811e8891ccd42" providerId="LiveId" clId="{4BEE174F-7DFC-4109-8E56-391AFBBB9140}" dt="2025-08-29T20:31:50.854" v="275" actId="700"/>
        <pc:sldMkLst>
          <pc:docMk/>
          <pc:sldMk cId="2348273174" sldId="268"/>
        </pc:sldMkLst>
      </pc:sldChg>
      <pc:sldChg chg="mod modClrScheme chgLayout">
        <pc:chgData name="Norbey Muñoz" userId="b7e811e8891ccd42" providerId="LiveId" clId="{4BEE174F-7DFC-4109-8E56-391AFBBB9140}" dt="2025-08-29T20:32:02.095" v="276" actId="700"/>
        <pc:sldMkLst>
          <pc:docMk/>
          <pc:sldMk cId="3502151841" sldId="269"/>
        </pc:sldMkLst>
      </pc:sldChg>
      <pc:sldChg chg="mod modClrScheme chgLayout">
        <pc:chgData name="Norbey Muñoz" userId="b7e811e8891ccd42" providerId="LiveId" clId="{4BEE174F-7DFC-4109-8E56-391AFBBB9140}" dt="2025-08-29T20:32:09.711" v="277" actId="700"/>
        <pc:sldMkLst>
          <pc:docMk/>
          <pc:sldMk cId="1105582628" sldId="270"/>
        </pc:sldMkLst>
      </pc:sldChg>
      <pc:sldChg chg="mod modClrScheme chgLayout">
        <pc:chgData name="Norbey Muñoz" userId="b7e811e8891ccd42" providerId="LiveId" clId="{4BEE174F-7DFC-4109-8E56-391AFBBB9140}" dt="2025-08-29T20:32:14.872" v="278" actId="700"/>
        <pc:sldMkLst>
          <pc:docMk/>
          <pc:sldMk cId="1071137579" sldId="271"/>
        </pc:sldMkLst>
      </pc:sldChg>
      <pc:sldChg chg="mod modClrScheme chgLayout">
        <pc:chgData name="Norbey Muñoz" userId="b7e811e8891ccd42" providerId="LiveId" clId="{4BEE174F-7DFC-4109-8E56-391AFBBB9140}" dt="2025-08-29T20:32:19.391" v="279" actId="700"/>
        <pc:sldMkLst>
          <pc:docMk/>
          <pc:sldMk cId="292470098" sldId="272"/>
        </pc:sldMkLst>
      </pc:sldChg>
      <pc:sldChg chg="mod modClrScheme chgLayout">
        <pc:chgData name="Norbey Muñoz" userId="b7e811e8891ccd42" providerId="LiveId" clId="{4BEE174F-7DFC-4109-8E56-391AFBBB9140}" dt="2025-08-29T20:32:23.712" v="280" actId="700"/>
        <pc:sldMkLst>
          <pc:docMk/>
          <pc:sldMk cId="3264909679" sldId="273"/>
        </pc:sldMkLst>
      </pc:sldChg>
      <pc:sldChg chg="mod modClrScheme chgLayout">
        <pc:chgData name="Norbey Muñoz" userId="b7e811e8891ccd42" providerId="LiveId" clId="{4BEE174F-7DFC-4109-8E56-391AFBBB9140}" dt="2025-08-29T20:32:28.519" v="281" actId="700"/>
        <pc:sldMkLst>
          <pc:docMk/>
          <pc:sldMk cId="542502901" sldId="274"/>
        </pc:sldMkLst>
      </pc:sldChg>
      <pc:sldChg chg="mod modClrScheme chgLayout">
        <pc:chgData name="Norbey Muñoz" userId="b7e811e8891ccd42" providerId="LiveId" clId="{4BEE174F-7DFC-4109-8E56-391AFBBB9140}" dt="2025-08-29T20:32:32.975" v="282" actId="700"/>
        <pc:sldMkLst>
          <pc:docMk/>
          <pc:sldMk cId="1665715950" sldId="275"/>
        </pc:sldMkLst>
      </pc:sldChg>
      <pc:sldChg chg="del">
        <pc:chgData name="Norbey Muñoz" userId="b7e811e8891ccd42" providerId="LiveId" clId="{4BEE174F-7DFC-4109-8E56-391AFBBB9140}" dt="2025-08-29T20:32:42.050" v="283" actId="47"/>
        <pc:sldMkLst>
          <pc:docMk/>
          <pc:sldMk cId="2749205499" sldId="276"/>
        </pc:sldMkLst>
      </pc:sldChg>
      <pc:sldChg chg="mod modClrScheme chgLayout">
        <pc:chgData name="Norbey Muñoz" userId="b7e811e8891ccd42" providerId="LiveId" clId="{4BEE174F-7DFC-4109-8E56-391AFBBB9140}" dt="2025-08-29T20:32:45.687" v="284" actId="700"/>
        <pc:sldMkLst>
          <pc:docMk/>
          <pc:sldMk cId="2375180224" sldId="277"/>
        </pc:sldMkLst>
      </pc:sldChg>
      <pc:sldChg chg="mod modClrScheme chgLayout">
        <pc:chgData name="Norbey Muñoz" userId="b7e811e8891ccd42" providerId="LiveId" clId="{4BEE174F-7DFC-4109-8E56-391AFBBB9140}" dt="2025-08-29T20:32:49.528" v="285" actId="700"/>
        <pc:sldMkLst>
          <pc:docMk/>
          <pc:sldMk cId="2996582881" sldId="278"/>
        </pc:sldMkLst>
      </pc:sldChg>
      <pc:sldChg chg="mod modClrScheme chgLayout">
        <pc:chgData name="Norbey Muñoz" userId="b7e811e8891ccd42" providerId="LiveId" clId="{4BEE174F-7DFC-4109-8E56-391AFBBB9140}" dt="2025-08-29T20:32:53.528" v="286" actId="700"/>
        <pc:sldMkLst>
          <pc:docMk/>
          <pc:sldMk cId="3148597837" sldId="279"/>
        </pc:sldMkLst>
      </pc:sldChg>
      <pc:sldChg chg="mod modClrScheme chgLayout">
        <pc:chgData name="Norbey Muñoz" userId="b7e811e8891ccd42" providerId="LiveId" clId="{4BEE174F-7DFC-4109-8E56-391AFBBB9140}" dt="2025-08-29T20:32:57.896" v="287" actId="700"/>
        <pc:sldMkLst>
          <pc:docMk/>
          <pc:sldMk cId="3301800706" sldId="280"/>
        </pc:sldMkLst>
      </pc:sldChg>
      <pc:sldChg chg="mod modClrScheme chgLayout">
        <pc:chgData name="Norbey Muñoz" userId="b7e811e8891ccd42" providerId="LiveId" clId="{4BEE174F-7DFC-4109-8E56-391AFBBB9140}" dt="2025-08-29T20:33:02.960" v="288" actId="700"/>
        <pc:sldMkLst>
          <pc:docMk/>
          <pc:sldMk cId="3969340772" sldId="281"/>
        </pc:sldMkLst>
      </pc:sldChg>
      <pc:sldChg chg="mod modClrScheme chgLayout">
        <pc:chgData name="Norbey Muñoz" userId="b7e811e8891ccd42" providerId="LiveId" clId="{4BEE174F-7DFC-4109-8E56-391AFBBB9140}" dt="2025-08-29T20:33:07.241" v="289" actId="700"/>
        <pc:sldMkLst>
          <pc:docMk/>
          <pc:sldMk cId="3739088511" sldId="282"/>
        </pc:sldMkLst>
      </pc:sldChg>
      <pc:sldChg chg="mod modClrScheme chgLayout">
        <pc:chgData name="Norbey Muñoz" userId="b7e811e8891ccd42" providerId="LiveId" clId="{4BEE174F-7DFC-4109-8E56-391AFBBB9140}" dt="2025-08-29T20:33:13.031" v="290" actId="700"/>
        <pc:sldMkLst>
          <pc:docMk/>
          <pc:sldMk cId="2228443778" sldId="283"/>
        </pc:sldMkLst>
      </pc:sldChg>
      <pc:sldChg chg="mod modClrScheme chgLayout">
        <pc:chgData name="Norbey Muñoz" userId="b7e811e8891ccd42" providerId="LiveId" clId="{4BEE174F-7DFC-4109-8E56-391AFBBB9140}" dt="2025-08-29T20:35:08.228" v="302" actId="700"/>
        <pc:sldMkLst>
          <pc:docMk/>
          <pc:sldMk cId="2214824850" sldId="284"/>
        </pc:sldMkLst>
      </pc:sldChg>
      <pc:sldChg chg="mod setBg modClrScheme chgLayout">
        <pc:chgData name="Norbey Muñoz" userId="b7e811e8891ccd42" providerId="LiveId" clId="{4BEE174F-7DFC-4109-8E56-391AFBBB9140}" dt="2025-08-29T20:35:41.815" v="308"/>
        <pc:sldMkLst>
          <pc:docMk/>
          <pc:sldMk cId="2726777222" sldId="285"/>
        </pc:sldMkLst>
      </pc:sldChg>
      <pc:sldChg chg="del">
        <pc:chgData name="Norbey Muñoz" userId="b7e811e8891ccd42" providerId="LiveId" clId="{4BEE174F-7DFC-4109-8E56-391AFBBB9140}" dt="2025-08-29T20:50:51.332" v="381" actId="47"/>
        <pc:sldMkLst>
          <pc:docMk/>
          <pc:sldMk cId="2197995947" sldId="286"/>
        </pc:sldMkLst>
      </pc:sldChg>
      <pc:sldChg chg="del">
        <pc:chgData name="Norbey Muñoz" userId="b7e811e8891ccd42" providerId="LiveId" clId="{4BEE174F-7DFC-4109-8E56-391AFBBB9140}" dt="2025-08-29T20:50:51.730" v="382" actId="47"/>
        <pc:sldMkLst>
          <pc:docMk/>
          <pc:sldMk cId="3027559610" sldId="287"/>
        </pc:sldMkLst>
      </pc:sldChg>
      <pc:sldChg chg="del">
        <pc:chgData name="Norbey Muñoz" userId="b7e811e8891ccd42" providerId="LiveId" clId="{4BEE174F-7DFC-4109-8E56-391AFBBB9140}" dt="2025-08-29T20:50:52.070" v="383" actId="47"/>
        <pc:sldMkLst>
          <pc:docMk/>
          <pc:sldMk cId="4243636230" sldId="288"/>
        </pc:sldMkLst>
      </pc:sldChg>
      <pc:sldChg chg="del">
        <pc:chgData name="Norbey Muñoz" userId="b7e811e8891ccd42" providerId="LiveId" clId="{4BEE174F-7DFC-4109-8E56-391AFBBB9140}" dt="2025-08-29T20:50:52.376" v="384" actId="47"/>
        <pc:sldMkLst>
          <pc:docMk/>
          <pc:sldMk cId="3334606939" sldId="289"/>
        </pc:sldMkLst>
      </pc:sldChg>
      <pc:sldChg chg="del">
        <pc:chgData name="Norbey Muñoz" userId="b7e811e8891ccd42" providerId="LiveId" clId="{4BEE174F-7DFC-4109-8E56-391AFBBB9140}" dt="2025-08-29T20:50:52.608" v="385" actId="47"/>
        <pc:sldMkLst>
          <pc:docMk/>
          <pc:sldMk cId="4281867270" sldId="290"/>
        </pc:sldMkLst>
      </pc:sldChg>
      <pc:sldChg chg="modSp del mod">
        <pc:chgData name="Norbey Muñoz" userId="b7e811e8891ccd42" providerId="LiveId" clId="{4BEE174F-7DFC-4109-8E56-391AFBBB9140}" dt="2025-08-29T20:50:54.067" v="390" actId="47"/>
        <pc:sldMkLst>
          <pc:docMk/>
          <pc:sldMk cId="0" sldId="291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1"/>
            <ac:spMk id="3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1"/>
            <ac:spMk id="10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1"/>
            <ac:spMk id="19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1"/>
            <ac:spMk id="2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1"/>
            <ac:spMk id="23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1"/>
            <ac:spMk id="24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1"/>
            <ac:spMk id="29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1"/>
            <ac:spMk id="30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1"/>
            <ac:spMk id="3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1"/>
            <ac:spMk id="37" creationId="{00000000-0000-0000-0000-000000000000}"/>
          </ac:spMkLst>
        </pc:spChg>
      </pc:sldChg>
      <pc:sldChg chg="modSp del mod">
        <pc:chgData name="Norbey Muñoz" userId="b7e811e8891ccd42" providerId="LiveId" clId="{4BEE174F-7DFC-4109-8E56-391AFBBB9140}" dt="2025-08-29T20:50:54.348" v="391" actId="47"/>
        <pc:sldMkLst>
          <pc:docMk/>
          <pc:sldMk cId="0" sldId="292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2"/>
            <ac:spMk id="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2"/>
            <ac:spMk id="3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2"/>
            <ac:spMk id="4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2"/>
            <ac:spMk id="6" creationId="{00000000-0000-0000-0000-000000000000}"/>
          </ac:spMkLst>
        </pc:spChg>
      </pc:sldChg>
      <pc:sldChg chg="modSp del mod">
        <pc:chgData name="Norbey Muñoz" userId="b7e811e8891ccd42" providerId="LiveId" clId="{4BEE174F-7DFC-4109-8E56-391AFBBB9140}" dt="2025-08-29T20:50:54.673" v="392" actId="47"/>
        <pc:sldMkLst>
          <pc:docMk/>
          <pc:sldMk cId="0" sldId="293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3"/>
            <ac:spMk id="3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3"/>
            <ac:spMk id="7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3"/>
            <ac:spMk id="8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3"/>
            <ac:spMk id="9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3"/>
            <ac:spMk id="10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3"/>
            <ac:spMk id="11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3"/>
            <ac:spMk id="14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3"/>
            <ac:spMk id="1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3"/>
            <ac:spMk id="17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3"/>
            <ac:spMk id="18" creationId="{00000000-0000-0000-0000-000000000000}"/>
          </ac:spMkLst>
        </pc:spChg>
      </pc:sldChg>
      <pc:sldChg chg="modSp del mod">
        <pc:chgData name="Norbey Muñoz" userId="b7e811e8891ccd42" providerId="LiveId" clId="{4BEE174F-7DFC-4109-8E56-391AFBBB9140}" dt="2025-08-29T20:50:54.960" v="393" actId="47"/>
        <pc:sldMkLst>
          <pc:docMk/>
          <pc:sldMk cId="0" sldId="294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4"/>
            <ac:spMk id="3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4"/>
            <ac:spMk id="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4"/>
            <ac:spMk id="6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4"/>
            <ac:spMk id="7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4"/>
            <ac:spMk id="8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4"/>
            <ac:spMk id="10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4"/>
            <ac:spMk id="11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4"/>
            <ac:spMk id="1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4"/>
            <ac:spMk id="14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4"/>
            <ac:spMk id="17" creationId="{00000000-0000-0000-0000-000000000000}"/>
          </ac:spMkLst>
        </pc:spChg>
      </pc:sldChg>
      <pc:sldChg chg="modSp del mod">
        <pc:chgData name="Norbey Muñoz" userId="b7e811e8891ccd42" providerId="LiveId" clId="{4BEE174F-7DFC-4109-8E56-391AFBBB9140}" dt="2025-08-29T20:50:55.526" v="394" actId="47"/>
        <pc:sldMkLst>
          <pc:docMk/>
          <pc:sldMk cId="0" sldId="295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5"/>
            <ac:spMk id="3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5"/>
            <ac:spMk id="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5"/>
            <ac:spMk id="6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5"/>
            <ac:spMk id="8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5"/>
            <ac:spMk id="9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5"/>
            <ac:spMk id="11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5"/>
            <ac:spMk id="12" creationId="{00000000-0000-0000-0000-000000000000}"/>
          </ac:spMkLst>
        </pc:spChg>
      </pc:sldChg>
      <pc:sldChg chg="modSp del mod">
        <pc:chgData name="Norbey Muñoz" userId="b7e811e8891ccd42" providerId="LiveId" clId="{4BEE174F-7DFC-4109-8E56-391AFBBB9140}" dt="2025-08-29T20:50:56.232" v="396" actId="47"/>
        <pc:sldMkLst>
          <pc:docMk/>
          <pc:sldMk cId="0" sldId="296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6"/>
            <ac:spMk id="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6"/>
            <ac:spMk id="3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6"/>
            <ac:spMk id="4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6"/>
            <ac:spMk id="8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6"/>
            <ac:spMk id="11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6"/>
            <ac:spMk id="1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6"/>
            <ac:spMk id="1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6"/>
            <ac:spMk id="16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6"/>
            <ac:spMk id="19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6"/>
            <ac:spMk id="20" creationId="{00000000-0000-0000-0000-000000000000}"/>
          </ac:spMkLst>
        </pc:spChg>
      </pc:sldChg>
      <pc:sldChg chg="modSp del mod">
        <pc:chgData name="Norbey Muñoz" userId="b7e811e8891ccd42" providerId="LiveId" clId="{4BEE174F-7DFC-4109-8E56-391AFBBB9140}" dt="2025-08-29T20:50:56.634" v="397" actId="47"/>
        <pc:sldMkLst>
          <pc:docMk/>
          <pc:sldMk cId="0" sldId="297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7"/>
            <ac:spMk id="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7"/>
            <ac:spMk id="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7"/>
            <ac:spMk id="6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7"/>
            <ac:spMk id="7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7"/>
            <ac:spMk id="8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7"/>
            <ac:spMk id="10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7"/>
            <ac:spMk id="11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7"/>
            <ac:spMk id="12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7"/>
            <ac:spMk id="15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7"/>
            <ac:spMk id="16" creationId="{00000000-0000-0000-0000-000000000000}"/>
          </ac:spMkLst>
        </pc:spChg>
      </pc:sldChg>
      <pc:sldChg chg="modSp del mod">
        <pc:chgData name="Norbey Muñoz" userId="b7e811e8891ccd42" providerId="LiveId" clId="{4BEE174F-7DFC-4109-8E56-391AFBBB9140}" dt="2025-08-29T20:50:57.398" v="398" actId="47"/>
        <pc:sldMkLst>
          <pc:docMk/>
          <pc:sldMk cId="0" sldId="298"/>
        </pc:sldMkLst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8"/>
            <ac:spMk id="3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8"/>
            <ac:spMk id="4" creationId="{00000000-0000-0000-0000-000000000000}"/>
          </ac:spMkLst>
        </pc:spChg>
        <pc:spChg chg="mod">
          <ac:chgData name="Norbey Muñoz" userId="b7e811e8891ccd42" providerId="LiveId" clId="{4BEE174F-7DFC-4109-8E56-391AFBBB9140}" dt="2025-08-29T19:47:22.926" v="34" actId="790"/>
          <ac:spMkLst>
            <pc:docMk/>
            <pc:sldMk cId="0" sldId="298"/>
            <ac:spMk id="5" creationId="{00000000-0000-0000-0000-000000000000}"/>
          </ac:spMkLst>
        </pc:spChg>
      </pc:sldChg>
      <pc:sldChg chg="del">
        <pc:chgData name="Norbey Muñoz" userId="b7e811e8891ccd42" providerId="LiveId" clId="{4BEE174F-7DFC-4109-8E56-391AFBBB9140}" dt="2025-08-29T20:50:55.913" v="395" actId="47"/>
        <pc:sldMkLst>
          <pc:docMk/>
          <pc:sldMk cId="3072722756" sldId="299"/>
        </pc:sldMkLst>
      </pc:sldChg>
      <pc:sldChg chg="addSp delSp add del mod modClrScheme chgLayout">
        <pc:chgData name="Norbey Muñoz" userId="b7e811e8891ccd42" providerId="LiveId" clId="{4BEE174F-7DFC-4109-8E56-391AFBBB9140}" dt="2025-08-29T20:00:13.636" v="97" actId="700"/>
        <pc:sldMkLst>
          <pc:docMk/>
          <pc:sldMk cId="2410590419" sldId="300"/>
        </pc:sldMkLst>
        <pc:spChg chg="add del">
          <ac:chgData name="Norbey Muñoz" userId="b7e811e8891ccd42" providerId="LiveId" clId="{4BEE174F-7DFC-4109-8E56-391AFBBB9140}" dt="2025-08-29T19:53:14.741" v="73" actId="478"/>
          <ac:spMkLst>
            <pc:docMk/>
            <pc:sldMk cId="2410590419" sldId="300"/>
            <ac:spMk id="4" creationId="{89213456-5829-4B0F-4C53-C5234037477E}"/>
          </ac:spMkLst>
        </pc:spChg>
        <pc:spChg chg="del">
          <ac:chgData name="Norbey Muñoz" userId="b7e811e8891ccd42" providerId="LiveId" clId="{4BEE174F-7DFC-4109-8E56-391AFBBB9140}" dt="2025-08-29T19:53:10.339" v="69" actId="478"/>
          <ac:spMkLst>
            <pc:docMk/>
            <pc:sldMk cId="2410590419" sldId="300"/>
            <ac:spMk id="20" creationId="{CA61A0FD-4793-6737-4B45-2566F131820E}"/>
          </ac:spMkLst>
        </pc:spChg>
        <pc:spChg chg="del">
          <ac:chgData name="Norbey Muñoz" userId="b7e811e8891ccd42" providerId="LiveId" clId="{4BEE174F-7DFC-4109-8E56-391AFBBB9140}" dt="2025-08-29T19:53:11.553" v="70" actId="478"/>
          <ac:spMkLst>
            <pc:docMk/>
            <pc:sldMk cId="2410590419" sldId="300"/>
            <ac:spMk id="22" creationId="{11857CE4-CF6D-C794-056D-1099F5C00A18}"/>
          </ac:spMkLst>
        </pc:spChg>
        <pc:picChg chg="del">
          <ac:chgData name="Norbey Muñoz" userId="b7e811e8891ccd42" providerId="LiveId" clId="{4BEE174F-7DFC-4109-8E56-391AFBBB9140}" dt="2025-08-29T20:00:04.813" v="94" actId="478"/>
          <ac:picMkLst>
            <pc:docMk/>
            <pc:sldMk cId="2410590419" sldId="300"/>
            <ac:picMk id="2" creationId="{CA02772B-F00F-3C01-0CE4-21E57C182AED}"/>
          </ac:picMkLst>
        </pc:picChg>
        <pc:picChg chg="del">
          <ac:chgData name="Norbey Muñoz" userId="b7e811e8891ccd42" providerId="LiveId" clId="{4BEE174F-7DFC-4109-8E56-391AFBBB9140}" dt="2025-08-29T19:53:12.166" v="71" actId="478"/>
          <ac:picMkLst>
            <pc:docMk/>
            <pc:sldMk cId="2410590419" sldId="300"/>
            <ac:picMk id="1026" creationId="{81F40DBA-9193-2BE8-5071-D6A313AB4C28}"/>
          </ac:picMkLst>
        </pc:picChg>
        <pc:picChg chg="add">
          <ac:chgData name="Norbey Muñoz" userId="b7e811e8891ccd42" providerId="LiveId" clId="{4BEE174F-7DFC-4109-8E56-391AFBBB9140}" dt="2025-08-29T19:53:18.753" v="74"/>
          <ac:picMkLst>
            <pc:docMk/>
            <pc:sldMk cId="2410590419" sldId="300"/>
            <ac:picMk id="2050" creationId="{2C1BA799-A6AB-67FB-8749-C81186D991B2}"/>
          </ac:picMkLst>
        </pc:picChg>
      </pc:sldChg>
      <pc:sldChg chg="addSp delSp add mod modClrScheme chgLayout">
        <pc:chgData name="Norbey Muñoz" userId="b7e811e8891ccd42" providerId="LiveId" clId="{4BEE174F-7DFC-4109-8E56-391AFBBB9140}" dt="2025-08-29T20:00:10.437" v="96" actId="700"/>
        <pc:sldMkLst>
          <pc:docMk/>
          <pc:sldMk cId="1924989245" sldId="301"/>
        </pc:sldMkLst>
        <pc:picChg chg="del">
          <ac:chgData name="Norbey Muñoz" userId="b7e811e8891ccd42" providerId="LiveId" clId="{4BEE174F-7DFC-4109-8E56-391AFBBB9140}" dt="2025-08-29T20:00:07.887" v="95" actId="478"/>
          <ac:picMkLst>
            <pc:docMk/>
            <pc:sldMk cId="1924989245" sldId="301"/>
            <ac:picMk id="2" creationId="{AA72EB03-09ED-86F0-380D-BF9E9E1CDFF9}"/>
          </ac:picMkLst>
        </pc:picChg>
        <pc:picChg chg="del">
          <ac:chgData name="Norbey Muñoz" userId="b7e811e8891ccd42" providerId="LiveId" clId="{4BEE174F-7DFC-4109-8E56-391AFBBB9140}" dt="2025-08-29T19:57:44.830" v="78" actId="478"/>
          <ac:picMkLst>
            <pc:docMk/>
            <pc:sldMk cId="1924989245" sldId="301"/>
            <ac:picMk id="2050" creationId="{F528D7DC-F535-F298-FB0C-1BB1A46B619D}"/>
          </ac:picMkLst>
        </pc:picChg>
        <pc:picChg chg="add">
          <ac:chgData name="Norbey Muñoz" userId="b7e811e8891ccd42" providerId="LiveId" clId="{4BEE174F-7DFC-4109-8E56-391AFBBB9140}" dt="2025-08-29T19:57:45.398" v="79"/>
          <ac:picMkLst>
            <pc:docMk/>
            <pc:sldMk cId="1924989245" sldId="301"/>
            <ac:picMk id="3074" creationId="{1A133A64-420A-E258-E1E6-1A3FE8550EE4}"/>
          </ac:picMkLst>
        </pc:picChg>
      </pc:sldChg>
      <pc:sldChg chg="addSp delSp add mod modClrScheme chgLayout">
        <pc:chgData name="Norbey Muñoz" userId="b7e811e8891ccd42" providerId="LiveId" clId="{4BEE174F-7DFC-4109-8E56-391AFBBB9140}" dt="2025-08-29T19:59:47.566" v="92" actId="700"/>
        <pc:sldMkLst>
          <pc:docMk/>
          <pc:sldMk cId="1241971275" sldId="302"/>
        </pc:sldMkLst>
        <pc:picChg chg="del">
          <ac:chgData name="Norbey Muñoz" userId="b7e811e8891ccd42" providerId="LiveId" clId="{4BEE174F-7DFC-4109-8E56-391AFBBB9140}" dt="2025-08-29T19:59:31.150" v="87" actId="478"/>
          <ac:picMkLst>
            <pc:docMk/>
            <pc:sldMk cId="1241971275" sldId="302"/>
            <ac:picMk id="2" creationId="{0051CCB0-8AC4-73C3-460F-74ADD0214A78}"/>
          </ac:picMkLst>
        </pc:picChg>
        <pc:picChg chg="add del">
          <ac:chgData name="Norbey Muñoz" userId="b7e811e8891ccd42" providerId="LiveId" clId="{4BEE174F-7DFC-4109-8E56-391AFBBB9140}" dt="2025-08-29T19:59:30.133" v="86" actId="478"/>
          <ac:picMkLst>
            <pc:docMk/>
            <pc:sldMk cId="1241971275" sldId="302"/>
            <ac:picMk id="4" creationId="{128A3C51-D76B-A68B-E15B-6A2A94AB6BCA}"/>
          </ac:picMkLst>
        </pc:picChg>
        <pc:picChg chg="add">
          <ac:chgData name="Norbey Muñoz" userId="b7e811e8891ccd42" providerId="LiveId" clId="{4BEE174F-7DFC-4109-8E56-391AFBBB9140}" dt="2025-08-29T19:59:33.372" v="88" actId="22"/>
          <ac:picMkLst>
            <pc:docMk/>
            <pc:sldMk cId="1241971275" sldId="302"/>
            <ac:picMk id="6" creationId="{AE49C1F1-9518-6CA7-C655-227C192C601E}"/>
          </ac:picMkLst>
        </pc:picChg>
        <pc:picChg chg="del">
          <ac:chgData name="Norbey Muñoz" userId="b7e811e8891ccd42" providerId="LiveId" clId="{4BEE174F-7DFC-4109-8E56-391AFBBB9140}" dt="2025-08-29T19:59:00.448" v="83" actId="478"/>
          <ac:picMkLst>
            <pc:docMk/>
            <pc:sldMk cId="1241971275" sldId="302"/>
            <ac:picMk id="3074" creationId="{1B11F198-F5DA-14AD-61BE-3479DC326357}"/>
          </ac:picMkLst>
        </pc:picChg>
      </pc:sldChg>
      <pc:sldChg chg="delSp modSp add mod ord modClrScheme chgLayout">
        <pc:chgData name="Norbey Muñoz" userId="b7e811e8891ccd42" providerId="LiveId" clId="{4BEE174F-7DFC-4109-8E56-391AFBBB9140}" dt="2025-08-29T20:00:33.711" v="103" actId="1076"/>
        <pc:sldMkLst>
          <pc:docMk/>
          <pc:sldMk cId="212829306" sldId="303"/>
        </pc:sldMkLst>
        <pc:picChg chg="del">
          <ac:chgData name="Norbey Muñoz" userId="b7e811e8891ccd42" providerId="LiveId" clId="{4BEE174F-7DFC-4109-8E56-391AFBBB9140}" dt="2025-08-29T19:59:37.850" v="91" actId="478"/>
          <ac:picMkLst>
            <pc:docMk/>
            <pc:sldMk cId="212829306" sldId="303"/>
            <ac:picMk id="2" creationId="{77C422F0-47F7-D46D-D88C-E6F58A3F63EA}"/>
          </ac:picMkLst>
        </pc:picChg>
        <pc:picChg chg="mod">
          <ac:chgData name="Norbey Muñoz" userId="b7e811e8891ccd42" providerId="LiveId" clId="{4BEE174F-7DFC-4109-8E56-391AFBBB9140}" dt="2025-08-29T20:00:33.711" v="103" actId="1076"/>
          <ac:picMkLst>
            <pc:docMk/>
            <pc:sldMk cId="212829306" sldId="303"/>
            <ac:picMk id="4" creationId="{4A576201-C7D2-8DD7-A60C-A04EB8FC0A32}"/>
          </ac:picMkLst>
        </pc:picChg>
      </pc:sldChg>
      <pc:sldChg chg="addSp delSp add mod modNotesTx">
        <pc:chgData name="Norbey Muñoz" userId="b7e811e8891ccd42" providerId="LiveId" clId="{4BEE174F-7DFC-4109-8E56-391AFBBB9140}" dt="2025-08-29T20:01:53.829" v="126" actId="20577"/>
        <pc:sldMkLst>
          <pc:docMk/>
          <pc:sldMk cId="1774764471" sldId="304"/>
        </pc:sldMkLst>
        <pc:picChg chg="add">
          <ac:chgData name="Norbey Muñoz" userId="b7e811e8891ccd42" providerId="LiveId" clId="{4BEE174F-7DFC-4109-8E56-391AFBBB9140}" dt="2025-08-29T20:00:48.794" v="106" actId="22"/>
          <ac:picMkLst>
            <pc:docMk/>
            <pc:sldMk cId="1774764471" sldId="304"/>
            <ac:picMk id="3" creationId="{6413B6C3-85E0-D9AA-2D86-7EDB0C1A7BE7}"/>
          </ac:picMkLst>
        </pc:picChg>
        <pc:picChg chg="del">
          <ac:chgData name="Norbey Muñoz" userId="b7e811e8891ccd42" providerId="LiveId" clId="{4BEE174F-7DFC-4109-8E56-391AFBBB9140}" dt="2025-08-29T20:00:48.355" v="105" actId="478"/>
          <ac:picMkLst>
            <pc:docMk/>
            <pc:sldMk cId="1774764471" sldId="304"/>
            <ac:picMk id="6" creationId="{455B65FD-1F2B-2A11-06C8-44D4C07FE22A}"/>
          </ac:picMkLst>
        </pc:picChg>
      </pc:sldChg>
      <pc:sldChg chg="addSp delSp add mod ord">
        <pc:chgData name="Norbey Muñoz" userId="b7e811e8891ccd42" providerId="LiveId" clId="{4BEE174F-7DFC-4109-8E56-391AFBBB9140}" dt="2025-08-29T20:02:34.433" v="133" actId="22"/>
        <pc:sldMkLst>
          <pc:docMk/>
          <pc:sldMk cId="178100921" sldId="305"/>
        </pc:sldMkLst>
        <pc:picChg chg="add">
          <ac:chgData name="Norbey Muñoz" userId="b7e811e8891ccd42" providerId="LiveId" clId="{4BEE174F-7DFC-4109-8E56-391AFBBB9140}" dt="2025-08-29T20:02:34.433" v="133" actId="22"/>
          <ac:picMkLst>
            <pc:docMk/>
            <pc:sldMk cId="178100921" sldId="305"/>
            <ac:picMk id="3" creationId="{104B5EDC-F13B-4526-D4CA-C40E8EA210CC}"/>
          </ac:picMkLst>
        </pc:picChg>
        <pc:picChg chg="del">
          <ac:chgData name="Norbey Muñoz" userId="b7e811e8891ccd42" providerId="LiveId" clId="{4BEE174F-7DFC-4109-8E56-391AFBBB9140}" dt="2025-08-29T20:02:28.305" v="132" actId="478"/>
          <ac:picMkLst>
            <pc:docMk/>
            <pc:sldMk cId="178100921" sldId="305"/>
            <ac:picMk id="6" creationId="{9CB74F9B-8180-6EFA-7115-64ADCD5D2D09}"/>
          </ac:picMkLst>
        </pc:picChg>
      </pc:sldChg>
      <pc:sldChg chg="add del">
        <pc:chgData name="Norbey Muñoz" userId="b7e811e8891ccd42" providerId="LiveId" clId="{4BEE174F-7DFC-4109-8E56-391AFBBB9140}" dt="2025-08-29T20:02:23.414" v="128" actId="47"/>
        <pc:sldMkLst>
          <pc:docMk/>
          <pc:sldMk cId="4258468168" sldId="305"/>
        </pc:sldMkLst>
      </pc:sldChg>
      <pc:sldChg chg="addSp delSp add mod modNotesTx">
        <pc:chgData name="Norbey Muñoz" userId="b7e811e8891ccd42" providerId="LiveId" clId="{4BEE174F-7DFC-4109-8E56-391AFBBB9140}" dt="2025-08-29T20:03:36.471" v="139" actId="20577"/>
        <pc:sldMkLst>
          <pc:docMk/>
          <pc:sldMk cId="2546300453" sldId="306"/>
        </pc:sldMkLst>
        <pc:picChg chg="del">
          <ac:chgData name="Norbey Muñoz" userId="b7e811e8891ccd42" providerId="LiveId" clId="{4BEE174F-7DFC-4109-8E56-391AFBBB9140}" dt="2025-08-29T20:02:49.970" v="135" actId="478"/>
          <ac:picMkLst>
            <pc:docMk/>
            <pc:sldMk cId="2546300453" sldId="306"/>
            <ac:picMk id="3" creationId="{FD89161A-13F3-DB3B-124E-AC6F842B151A}"/>
          </ac:picMkLst>
        </pc:picChg>
        <pc:picChg chg="add">
          <ac:chgData name="Norbey Muñoz" userId="b7e811e8891ccd42" providerId="LiveId" clId="{4BEE174F-7DFC-4109-8E56-391AFBBB9140}" dt="2025-08-29T20:02:50.483" v="136" actId="22"/>
          <ac:picMkLst>
            <pc:docMk/>
            <pc:sldMk cId="2546300453" sldId="306"/>
            <ac:picMk id="4" creationId="{F2E90B54-147A-79FA-16FB-95B315810844}"/>
          </ac:picMkLst>
        </pc:picChg>
      </pc:sldChg>
      <pc:sldChg chg="addSp delSp add mod">
        <pc:chgData name="Norbey Muñoz" userId="b7e811e8891ccd42" providerId="LiveId" clId="{4BEE174F-7DFC-4109-8E56-391AFBBB9140}" dt="2025-08-29T20:04:21.553" v="142" actId="22"/>
        <pc:sldMkLst>
          <pc:docMk/>
          <pc:sldMk cId="3379368682" sldId="307"/>
        </pc:sldMkLst>
        <pc:picChg chg="add">
          <ac:chgData name="Norbey Muñoz" userId="b7e811e8891ccd42" providerId="LiveId" clId="{4BEE174F-7DFC-4109-8E56-391AFBBB9140}" dt="2025-08-29T20:04:21.553" v="142" actId="22"/>
          <ac:picMkLst>
            <pc:docMk/>
            <pc:sldMk cId="3379368682" sldId="307"/>
            <ac:picMk id="3" creationId="{2EDF1D14-EE58-C689-EA3F-466844444A0A}"/>
          </ac:picMkLst>
        </pc:picChg>
        <pc:picChg chg="del">
          <ac:chgData name="Norbey Muñoz" userId="b7e811e8891ccd42" providerId="LiveId" clId="{4BEE174F-7DFC-4109-8E56-391AFBBB9140}" dt="2025-08-29T20:04:20.686" v="141" actId="478"/>
          <ac:picMkLst>
            <pc:docMk/>
            <pc:sldMk cId="3379368682" sldId="307"/>
            <ac:picMk id="4" creationId="{BA859F7B-23C7-A9B2-F8BA-E2290A7CB75E}"/>
          </ac:picMkLst>
        </pc:picChg>
      </pc:sldChg>
      <pc:sldChg chg="addSp delSp add mod">
        <pc:chgData name="Norbey Muñoz" userId="b7e811e8891ccd42" providerId="LiveId" clId="{4BEE174F-7DFC-4109-8E56-391AFBBB9140}" dt="2025-08-29T20:04:35.258" v="145" actId="22"/>
        <pc:sldMkLst>
          <pc:docMk/>
          <pc:sldMk cId="4113177722" sldId="308"/>
        </pc:sldMkLst>
        <pc:picChg chg="del">
          <ac:chgData name="Norbey Muñoz" userId="b7e811e8891ccd42" providerId="LiveId" clId="{4BEE174F-7DFC-4109-8E56-391AFBBB9140}" dt="2025-08-29T20:04:34.535" v="144" actId="478"/>
          <ac:picMkLst>
            <pc:docMk/>
            <pc:sldMk cId="4113177722" sldId="308"/>
            <ac:picMk id="3" creationId="{231862B1-58FF-3C8E-4DE2-D738089DC7C0}"/>
          </ac:picMkLst>
        </pc:picChg>
        <pc:picChg chg="add">
          <ac:chgData name="Norbey Muñoz" userId="b7e811e8891ccd42" providerId="LiveId" clId="{4BEE174F-7DFC-4109-8E56-391AFBBB9140}" dt="2025-08-29T20:04:35.258" v="145" actId="22"/>
          <ac:picMkLst>
            <pc:docMk/>
            <pc:sldMk cId="4113177722" sldId="308"/>
            <ac:picMk id="4" creationId="{627BAD2F-4D15-3066-F7A6-16AF0E8558F9}"/>
          </ac:picMkLst>
        </pc:picChg>
      </pc:sldChg>
      <pc:sldChg chg="addSp delSp add mod">
        <pc:chgData name="Norbey Muñoz" userId="b7e811e8891ccd42" providerId="LiveId" clId="{4BEE174F-7DFC-4109-8E56-391AFBBB9140}" dt="2025-08-29T20:04:53.071" v="148" actId="22"/>
        <pc:sldMkLst>
          <pc:docMk/>
          <pc:sldMk cId="4089732042" sldId="309"/>
        </pc:sldMkLst>
        <pc:picChg chg="add">
          <ac:chgData name="Norbey Muñoz" userId="b7e811e8891ccd42" providerId="LiveId" clId="{4BEE174F-7DFC-4109-8E56-391AFBBB9140}" dt="2025-08-29T20:04:53.071" v="148" actId="22"/>
          <ac:picMkLst>
            <pc:docMk/>
            <pc:sldMk cId="4089732042" sldId="309"/>
            <ac:picMk id="3" creationId="{E81E7C39-3F65-288F-D71B-CD3264B869C5}"/>
          </ac:picMkLst>
        </pc:picChg>
        <pc:picChg chg="del">
          <ac:chgData name="Norbey Muñoz" userId="b7e811e8891ccd42" providerId="LiveId" clId="{4BEE174F-7DFC-4109-8E56-391AFBBB9140}" dt="2025-08-29T20:04:52.565" v="147" actId="478"/>
          <ac:picMkLst>
            <pc:docMk/>
            <pc:sldMk cId="4089732042" sldId="309"/>
            <ac:picMk id="4" creationId="{D58BAC52-A8F3-F922-50E9-E2A6030063BE}"/>
          </ac:picMkLst>
        </pc:picChg>
      </pc:sldChg>
      <pc:sldChg chg="addSp delSp add mod ord">
        <pc:chgData name="Norbey Muñoz" userId="b7e811e8891ccd42" providerId="LiveId" clId="{4BEE174F-7DFC-4109-8E56-391AFBBB9140}" dt="2025-08-29T20:05:09.550" v="153" actId="22"/>
        <pc:sldMkLst>
          <pc:docMk/>
          <pc:sldMk cId="2269893899" sldId="310"/>
        </pc:sldMkLst>
        <pc:picChg chg="add">
          <ac:chgData name="Norbey Muñoz" userId="b7e811e8891ccd42" providerId="LiveId" clId="{4BEE174F-7DFC-4109-8E56-391AFBBB9140}" dt="2025-08-29T20:05:09.550" v="153" actId="22"/>
          <ac:picMkLst>
            <pc:docMk/>
            <pc:sldMk cId="2269893899" sldId="310"/>
            <ac:picMk id="3" creationId="{A4B1A6F4-56A6-F822-5738-F9756C7AE36E}"/>
          </ac:picMkLst>
        </pc:picChg>
        <pc:picChg chg="del">
          <ac:chgData name="Norbey Muñoz" userId="b7e811e8891ccd42" providerId="LiveId" clId="{4BEE174F-7DFC-4109-8E56-391AFBBB9140}" dt="2025-08-29T20:05:09.066" v="152" actId="478"/>
          <ac:picMkLst>
            <pc:docMk/>
            <pc:sldMk cId="2269893899" sldId="310"/>
            <ac:picMk id="6" creationId="{6E1D2909-4D41-B664-C8D2-5AD071384991}"/>
          </ac:picMkLst>
        </pc:picChg>
      </pc:sldChg>
      <pc:sldChg chg="addSp delSp add mod">
        <pc:chgData name="Norbey Muñoz" userId="b7e811e8891ccd42" providerId="LiveId" clId="{4BEE174F-7DFC-4109-8E56-391AFBBB9140}" dt="2025-08-29T20:05:21.197" v="156" actId="22"/>
        <pc:sldMkLst>
          <pc:docMk/>
          <pc:sldMk cId="979192820" sldId="311"/>
        </pc:sldMkLst>
        <pc:picChg chg="del">
          <ac:chgData name="Norbey Muñoz" userId="b7e811e8891ccd42" providerId="LiveId" clId="{4BEE174F-7DFC-4109-8E56-391AFBBB9140}" dt="2025-08-29T20:05:20.591" v="155" actId="478"/>
          <ac:picMkLst>
            <pc:docMk/>
            <pc:sldMk cId="979192820" sldId="311"/>
            <ac:picMk id="3" creationId="{7FC70D18-D5A5-E37A-E701-5604E8D30B39}"/>
          </ac:picMkLst>
        </pc:picChg>
        <pc:picChg chg="add">
          <ac:chgData name="Norbey Muñoz" userId="b7e811e8891ccd42" providerId="LiveId" clId="{4BEE174F-7DFC-4109-8E56-391AFBBB9140}" dt="2025-08-29T20:05:21.197" v="156" actId="22"/>
          <ac:picMkLst>
            <pc:docMk/>
            <pc:sldMk cId="979192820" sldId="311"/>
            <ac:picMk id="4" creationId="{ED800DC6-4A37-6E22-447F-518D0EBE87E9}"/>
          </ac:picMkLst>
        </pc:picChg>
      </pc:sldChg>
      <pc:sldChg chg="addSp delSp add mod">
        <pc:chgData name="Norbey Muñoz" userId="b7e811e8891ccd42" providerId="LiveId" clId="{4BEE174F-7DFC-4109-8E56-391AFBBB9140}" dt="2025-08-29T20:05:38.100" v="159" actId="22"/>
        <pc:sldMkLst>
          <pc:docMk/>
          <pc:sldMk cId="2594389827" sldId="312"/>
        </pc:sldMkLst>
        <pc:picChg chg="add">
          <ac:chgData name="Norbey Muñoz" userId="b7e811e8891ccd42" providerId="LiveId" clId="{4BEE174F-7DFC-4109-8E56-391AFBBB9140}" dt="2025-08-29T20:05:38.100" v="159" actId="22"/>
          <ac:picMkLst>
            <pc:docMk/>
            <pc:sldMk cId="2594389827" sldId="312"/>
            <ac:picMk id="3" creationId="{815032CD-5FE1-A273-39BD-954F4CD6D613}"/>
          </ac:picMkLst>
        </pc:picChg>
        <pc:picChg chg="del">
          <ac:chgData name="Norbey Muñoz" userId="b7e811e8891ccd42" providerId="LiveId" clId="{4BEE174F-7DFC-4109-8E56-391AFBBB9140}" dt="2025-08-29T20:05:37.735" v="158" actId="478"/>
          <ac:picMkLst>
            <pc:docMk/>
            <pc:sldMk cId="2594389827" sldId="312"/>
            <ac:picMk id="4" creationId="{269EECE9-A07B-7F00-4746-5BE4CDE0817B}"/>
          </ac:picMkLst>
        </pc:picChg>
      </pc:sldChg>
      <pc:sldChg chg="addSp delSp add mod">
        <pc:chgData name="Norbey Muñoz" userId="b7e811e8891ccd42" providerId="LiveId" clId="{4BEE174F-7DFC-4109-8E56-391AFBBB9140}" dt="2025-08-29T20:05:50.840" v="162" actId="22"/>
        <pc:sldMkLst>
          <pc:docMk/>
          <pc:sldMk cId="3239073978" sldId="313"/>
        </pc:sldMkLst>
        <pc:picChg chg="del">
          <ac:chgData name="Norbey Muñoz" userId="b7e811e8891ccd42" providerId="LiveId" clId="{4BEE174F-7DFC-4109-8E56-391AFBBB9140}" dt="2025-08-29T20:05:50.314" v="161" actId="478"/>
          <ac:picMkLst>
            <pc:docMk/>
            <pc:sldMk cId="3239073978" sldId="313"/>
            <ac:picMk id="3" creationId="{E1ED3AA5-C58D-C48D-BE2D-6F14ECD59638}"/>
          </ac:picMkLst>
        </pc:picChg>
        <pc:picChg chg="add">
          <ac:chgData name="Norbey Muñoz" userId="b7e811e8891ccd42" providerId="LiveId" clId="{4BEE174F-7DFC-4109-8E56-391AFBBB9140}" dt="2025-08-29T20:05:50.840" v="162" actId="22"/>
          <ac:picMkLst>
            <pc:docMk/>
            <pc:sldMk cId="3239073978" sldId="313"/>
            <ac:picMk id="4" creationId="{D7B61619-81FB-E8DA-A888-F0579B85C083}"/>
          </ac:picMkLst>
        </pc:picChg>
      </pc:sldChg>
      <pc:sldChg chg="addSp delSp add mod">
        <pc:chgData name="Norbey Muñoz" userId="b7e811e8891ccd42" providerId="LiveId" clId="{4BEE174F-7DFC-4109-8E56-391AFBBB9140}" dt="2025-08-29T20:08:12.336" v="165" actId="22"/>
        <pc:sldMkLst>
          <pc:docMk/>
          <pc:sldMk cId="1703315616" sldId="314"/>
        </pc:sldMkLst>
        <pc:picChg chg="add">
          <ac:chgData name="Norbey Muñoz" userId="b7e811e8891ccd42" providerId="LiveId" clId="{4BEE174F-7DFC-4109-8E56-391AFBBB9140}" dt="2025-08-29T20:08:12.336" v="165" actId="22"/>
          <ac:picMkLst>
            <pc:docMk/>
            <pc:sldMk cId="1703315616" sldId="314"/>
            <ac:picMk id="3" creationId="{1147C430-C32C-A6B0-E245-7E24C36270A5}"/>
          </ac:picMkLst>
        </pc:picChg>
        <pc:picChg chg="del">
          <ac:chgData name="Norbey Muñoz" userId="b7e811e8891ccd42" providerId="LiveId" clId="{4BEE174F-7DFC-4109-8E56-391AFBBB9140}" dt="2025-08-29T20:08:11.899" v="164" actId="478"/>
          <ac:picMkLst>
            <pc:docMk/>
            <pc:sldMk cId="1703315616" sldId="314"/>
            <ac:picMk id="4" creationId="{6B548F5B-62B0-9D40-EBCC-FD68D06B7E14}"/>
          </ac:picMkLst>
        </pc:picChg>
      </pc:sldChg>
      <pc:sldChg chg="addSp delSp modSp add mod">
        <pc:chgData name="Norbey Muñoz" userId="b7e811e8891ccd42" providerId="LiveId" clId="{4BEE174F-7DFC-4109-8E56-391AFBBB9140}" dt="2025-08-29T20:15:37.924" v="191" actId="113"/>
        <pc:sldMkLst>
          <pc:docMk/>
          <pc:sldMk cId="2864565776" sldId="315"/>
        </pc:sldMkLst>
        <pc:spChg chg="add mod">
          <ac:chgData name="Norbey Muñoz" userId="b7e811e8891ccd42" providerId="LiveId" clId="{4BEE174F-7DFC-4109-8E56-391AFBBB9140}" dt="2025-08-29T20:14:25.533" v="177" actId="20577"/>
          <ac:spMkLst>
            <pc:docMk/>
            <pc:sldMk cId="2864565776" sldId="315"/>
            <ac:spMk id="4" creationId="{8141F0A9-2095-FB37-F8D6-34522580E578}"/>
          </ac:spMkLst>
        </pc:spChg>
        <pc:spChg chg="add mod">
          <ac:chgData name="Norbey Muñoz" userId="b7e811e8891ccd42" providerId="LiveId" clId="{4BEE174F-7DFC-4109-8E56-391AFBBB9140}" dt="2025-08-29T20:14:42.530" v="180" actId="1076"/>
          <ac:spMkLst>
            <pc:docMk/>
            <pc:sldMk cId="2864565776" sldId="315"/>
            <ac:spMk id="6" creationId="{69DE1B0E-3E09-15F0-9652-C0C75FE36171}"/>
          </ac:spMkLst>
        </pc:spChg>
        <pc:graphicFrameChg chg="add mod modGraphic">
          <ac:chgData name="Norbey Muñoz" userId="b7e811e8891ccd42" providerId="LiveId" clId="{4BEE174F-7DFC-4109-8E56-391AFBBB9140}" dt="2025-08-29T20:15:37.924" v="191" actId="113"/>
          <ac:graphicFrameMkLst>
            <pc:docMk/>
            <pc:sldMk cId="2864565776" sldId="315"/>
            <ac:graphicFrameMk id="7" creationId="{79515B2E-38F5-DFDA-D8F4-C2DC4ECCD0EC}"/>
          </ac:graphicFrameMkLst>
        </pc:graphicFrameChg>
        <pc:picChg chg="del">
          <ac:chgData name="Norbey Muñoz" userId="b7e811e8891ccd42" providerId="LiveId" clId="{4BEE174F-7DFC-4109-8E56-391AFBBB9140}" dt="2025-08-29T20:14:02.859" v="167" actId="478"/>
          <ac:picMkLst>
            <pc:docMk/>
            <pc:sldMk cId="2864565776" sldId="315"/>
            <ac:picMk id="3" creationId="{FA60FC61-54A1-1A16-832A-8F3E79225087}"/>
          </ac:picMkLst>
        </pc:picChg>
      </pc:sldChg>
      <pc:sldChg chg="addSp delSp modSp add mod">
        <pc:chgData name="Norbey Muñoz" userId="b7e811e8891ccd42" providerId="LiveId" clId="{4BEE174F-7DFC-4109-8E56-391AFBBB9140}" dt="2025-08-29T20:25:44.522" v="267" actId="20577"/>
        <pc:sldMkLst>
          <pc:docMk/>
          <pc:sldMk cId="2474218458" sldId="316"/>
        </pc:sldMkLst>
        <pc:spChg chg="add mod">
          <ac:chgData name="Norbey Muñoz" userId="b7e811e8891ccd42" providerId="LiveId" clId="{4BEE174F-7DFC-4109-8E56-391AFBBB9140}" dt="2025-08-29T20:24:11.423" v="223" actId="20577"/>
          <ac:spMkLst>
            <pc:docMk/>
            <pc:sldMk cId="2474218458" sldId="316"/>
            <ac:spMk id="2" creationId="{09BD99DD-69ED-8759-0A88-FA967D237C3A}"/>
          </ac:spMkLst>
        </pc:spChg>
        <pc:spChg chg="add mod">
          <ac:chgData name="Norbey Muñoz" userId="b7e811e8891ccd42" providerId="LiveId" clId="{4BEE174F-7DFC-4109-8E56-391AFBBB9140}" dt="2025-08-29T20:25:44.522" v="267" actId="20577"/>
          <ac:spMkLst>
            <pc:docMk/>
            <pc:sldMk cId="2474218458" sldId="316"/>
            <ac:spMk id="3" creationId="{4352096F-2308-2FF6-C560-7A02705CAF8A}"/>
          </ac:spMkLst>
        </pc:spChg>
        <pc:spChg chg="mod">
          <ac:chgData name="Norbey Muñoz" userId="b7e811e8891ccd42" providerId="LiveId" clId="{4BEE174F-7DFC-4109-8E56-391AFBBB9140}" dt="2025-08-29T20:24:42.990" v="230" actId="12"/>
          <ac:spMkLst>
            <pc:docMk/>
            <pc:sldMk cId="2474218458" sldId="316"/>
            <ac:spMk id="4" creationId="{5975FCBD-45EE-93C9-DA6A-6E4FE13222E0}"/>
          </ac:spMkLst>
        </pc:spChg>
        <pc:spChg chg="add mod">
          <ac:chgData name="Norbey Muñoz" userId="b7e811e8891ccd42" providerId="LiveId" clId="{4BEE174F-7DFC-4109-8E56-391AFBBB9140}" dt="2025-08-29T20:25:18.780" v="263" actId="20577"/>
          <ac:spMkLst>
            <pc:docMk/>
            <pc:sldMk cId="2474218458" sldId="316"/>
            <ac:spMk id="5" creationId="{9A640D9A-2B0E-AF2C-BDA4-FC71E2A37BD9}"/>
          </ac:spMkLst>
        </pc:spChg>
        <pc:spChg chg="del">
          <ac:chgData name="Norbey Muñoz" userId="b7e811e8891ccd42" providerId="LiveId" clId="{4BEE174F-7DFC-4109-8E56-391AFBBB9140}" dt="2025-08-29T20:16:02.116" v="194" actId="478"/>
          <ac:spMkLst>
            <pc:docMk/>
            <pc:sldMk cId="2474218458" sldId="316"/>
            <ac:spMk id="6" creationId="{0B91C740-B491-7513-0215-233F901AFAAC}"/>
          </ac:spMkLst>
        </pc:spChg>
        <pc:spChg chg="add mod">
          <ac:chgData name="Norbey Muñoz" userId="b7e811e8891ccd42" providerId="LiveId" clId="{4BEE174F-7DFC-4109-8E56-391AFBBB9140}" dt="2025-08-29T20:25:33.109" v="264"/>
          <ac:spMkLst>
            <pc:docMk/>
            <pc:sldMk cId="2474218458" sldId="316"/>
            <ac:spMk id="8" creationId="{B9337023-2A01-10D6-FC88-9CA93A4AF38A}"/>
          </ac:spMkLst>
        </pc:spChg>
        <pc:graphicFrameChg chg="del">
          <ac:chgData name="Norbey Muñoz" userId="b7e811e8891ccd42" providerId="LiveId" clId="{4BEE174F-7DFC-4109-8E56-391AFBBB9140}" dt="2025-08-29T20:16:00.445" v="193" actId="478"/>
          <ac:graphicFrameMkLst>
            <pc:docMk/>
            <pc:sldMk cId="2474218458" sldId="316"/>
            <ac:graphicFrameMk id="7" creationId="{E693CDC2-3DD7-F028-AD46-AC5525D14A67}"/>
          </ac:graphicFrameMkLst>
        </pc:graphicFrameChg>
      </pc:sldChg>
      <pc:sldChg chg="addSp delSp add mod">
        <pc:chgData name="Norbey Muñoz" userId="b7e811e8891ccd42" providerId="LiveId" clId="{4BEE174F-7DFC-4109-8E56-391AFBBB9140}" dt="2025-08-29T20:29:04.669" v="270" actId="22"/>
        <pc:sldMkLst>
          <pc:docMk/>
          <pc:sldMk cId="2363045599" sldId="317"/>
        </pc:sldMkLst>
        <pc:spChg chg="del">
          <ac:chgData name="Norbey Muñoz" userId="b7e811e8891ccd42" providerId="LiveId" clId="{4BEE174F-7DFC-4109-8E56-391AFBBB9140}" dt="2025-08-29T20:28:54.918" v="269" actId="478"/>
          <ac:spMkLst>
            <pc:docMk/>
            <pc:sldMk cId="2363045599" sldId="317"/>
            <ac:spMk id="2" creationId="{9C0A6369-9670-51A0-2F64-B61ED6EFB761}"/>
          </ac:spMkLst>
        </pc:spChg>
        <pc:spChg chg="del">
          <ac:chgData name="Norbey Muñoz" userId="b7e811e8891ccd42" providerId="LiveId" clId="{4BEE174F-7DFC-4109-8E56-391AFBBB9140}" dt="2025-08-29T20:28:54.918" v="269" actId="478"/>
          <ac:spMkLst>
            <pc:docMk/>
            <pc:sldMk cId="2363045599" sldId="317"/>
            <ac:spMk id="3" creationId="{F675A495-597D-F0BA-AC64-FB6B23BA7454}"/>
          </ac:spMkLst>
        </pc:spChg>
        <pc:spChg chg="del">
          <ac:chgData name="Norbey Muñoz" userId="b7e811e8891ccd42" providerId="LiveId" clId="{4BEE174F-7DFC-4109-8E56-391AFBBB9140}" dt="2025-08-29T20:28:54.918" v="269" actId="478"/>
          <ac:spMkLst>
            <pc:docMk/>
            <pc:sldMk cId="2363045599" sldId="317"/>
            <ac:spMk id="4" creationId="{62431B47-B7CF-D9C3-5DF9-395327E85C67}"/>
          </ac:spMkLst>
        </pc:spChg>
        <pc:spChg chg="del">
          <ac:chgData name="Norbey Muñoz" userId="b7e811e8891ccd42" providerId="LiveId" clId="{4BEE174F-7DFC-4109-8E56-391AFBBB9140}" dt="2025-08-29T20:28:54.918" v="269" actId="478"/>
          <ac:spMkLst>
            <pc:docMk/>
            <pc:sldMk cId="2363045599" sldId="317"/>
            <ac:spMk id="5" creationId="{71F0B7BE-41B8-5F4F-06F6-4027960D52C7}"/>
          </ac:spMkLst>
        </pc:spChg>
        <pc:picChg chg="add">
          <ac:chgData name="Norbey Muñoz" userId="b7e811e8891ccd42" providerId="LiveId" clId="{4BEE174F-7DFC-4109-8E56-391AFBBB9140}" dt="2025-08-29T20:29:04.669" v="270" actId="22"/>
          <ac:picMkLst>
            <pc:docMk/>
            <pc:sldMk cId="2363045599" sldId="317"/>
            <ac:picMk id="7" creationId="{82BDB0EC-5B4E-3EEF-F31D-0FEF2E1306E9}"/>
          </ac:picMkLst>
        </pc:picChg>
      </pc:sldChg>
      <pc:sldChg chg="addSp delSp add mod">
        <pc:chgData name="Norbey Muñoz" userId="b7e811e8891ccd42" providerId="LiveId" clId="{4BEE174F-7DFC-4109-8E56-391AFBBB9140}" dt="2025-08-29T20:29:18.392" v="273" actId="22"/>
        <pc:sldMkLst>
          <pc:docMk/>
          <pc:sldMk cId="3204185622" sldId="318"/>
        </pc:sldMkLst>
        <pc:picChg chg="add">
          <ac:chgData name="Norbey Muñoz" userId="b7e811e8891ccd42" providerId="LiveId" clId="{4BEE174F-7DFC-4109-8E56-391AFBBB9140}" dt="2025-08-29T20:29:18.392" v="273" actId="22"/>
          <ac:picMkLst>
            <pc:docMk/>
            <pc:sldMk cId="3204185622" sldId="318"/>
            <ac:picMk id="3" creationId="{49C22145-81EE-DAD1-CAD6-47B1371AB7BE}"/>
          </ac:picMkLst>
        </pc:picChg>
        <pc:picChg chg="del">
          <ac:chgData name="Norbey Muñoz" userId="b7e811e8891ccd42" providerId="LiveId" clId="{4BEE174F-7DFC-4109-8E56-391AFBBB9140}" dt="2025-08-29T20:29:17.559" v="272" actId="478"/>
          <ac:picMkLst>
            <pc:docMk/>
            <pc:sldMk cId="3204185622" sldId="318"/>
            <ac:picMk id="7" creationId="{6D13886E-AFF6-5533-96BE-AE7F78AC116D}"/>
          </ac:picMkLst>
        </pc:picChg>
      </pc:sldChg>
      <pc:sldChg chg="addSp delSp add mod ord">
        <pc:chgData name="Norbey Muñoz" userId="b7e811e8891ccd42" providerId="LiveId" clId="{4BEE174F-7DFC-4109-8E56-391AFBBB9140}" dt="2025-08-29T20:33:45.371" v="295" actId="22"/>
        <pc:sldMkLst>
          <pc:docMk/>
          <pc:sldMk cId="2721909297" sldId="319"/>
        </pc:sldMkLst>
        <pc:picChg chg="add">
          <ac:chgData name="Norbey Muñoz" userId="b7e811e8891ccd42" providerId="LiveId" clId="{4BEE174F-7DFC-4109-8E56-391AFBBB9140}" dt="2025-08-29T20:33:45.371" v="295" actId="22"/>
          <ac:picMkLst>
            <pc:docMk/>
            <pc:sldMk cId="2721909297" sldId="319"/>
            <ac:picMk id="3" creationId="{29730E8C-66D3-5060-9190-6449642F5EBE}"/>
          </ac:picMkLst>
        </pc:picChg>
        <pc:picChg chg="del">
          <ac:chgData name="Norbey Muñoz" userId="b7e811e8891ccd42" providerId="LiveId" clId="{4BEE174F-7DFC-4109-8E56-391AFBBB9140}" dt="2025-08-29T20:33:35.743" v="294" actId="478"/>
          <ac:picMkLst>
            <pc:docMk/>
            <pc:sldMk cId="2721909297" sldId="319"/>
            <ac:picMk id="1026" creationId="{DA3FC356-025D-ECAE-0210-134F35B828EB}"/>
          </ac:picMkLst>
        </pc:picChg>
      </pc:sldChg>
      <pc:sldChg chg="addSp delSp add mod">
        <pc:chgData name="Norbey Muñoz" userId="b7e811e8891ccd42" providerId="LiveId" clId="{4BEE174F-7DFC-4109-8E56-391AFBBB9140}" dt="2025-08-29T20:34:13.022" v="298" actId="22"/>
        <pc:sldMkLst>
          <pc:docMk/>
          <pc:sldMk cId="2349177125" sldId="320"/>
        </pc:sldMkLst>
        <pc:picChg chg="del">
          <ac:chgData name="Norbey Muñoz" userId="b7e811e8891ccd42" providerId="LiveId" clId="{4BEE174F-7DFC-4109-8E56-391AFBBB9140}" dt="2025-08-29T20:34:05.843" v="297" actId="478"/>
          <ac:picMkLst>
            <pc:docMk/>
            <pc:sldMk cId="2349177125" sldId="320"/>
            <ac:picMk id="3" creationId="{00B7B1D9-EFC7-44D3-2049-50EE4259B9A5}"/>
          </ac:picMkLst>
        </pc:picChg>
        <pc:picChg chg="add">
          <ac:chgData name="Norbey Muñoz" userId="b7e811e8891ccd42" providerId="LiveId" clId="{4BEE174F-7DFC-4109-8E56-391AFBBB9140}" dt="2025-08-29T20:34:13.022" v="298" actId="22"/>
          <ac:picMkLst>
            <pc:docMk/>
            <pc:sldMk cId="2349177125" sldId="320"/>
            <ac:picMk id="4" creationId="{3BC1D8A1-E302-CA18-B759-2842E8460FBF}"/>
          </ac:picMkLst>
        </pc:picChg>
      </pc:sldChg>
      <pc:sldChg chg="addSp delSp add mod">
        <pc:chgData name="Norbey Muñoz" userId="b7e811e8891ccd42" providerId="LiveId" clId="{4BEE174F-7DFC-4109-8E56-391AFBBB9140}" dt="2025-08-29T20:34:28.406" v="301" actId="22"/>
        <pc:sldMkLst>
          <pc:docMk/>
          <pc:sldMk cId="3910881248" sldId="321"/>
        </pc:sldMkLst>
        <pc:picChg chg="add">
          <ac:chgData name="Norbey Muñoz" userId="b7e811e8891ccd42" providerId="LiveId" clId="{4BEE174F-7DFC-4109-8E56-391AFBBB9140}" dt="2025-08-29T20:34:28.406" v="301" actId="22"/>
          <ac:picMkLst>
            <pc:docMk/>
            <pc:sldMk cId="3910881248" sldId="321"/>
            <ac:picMk id="3" creationId="{399B629B-810F-8586-A090-2E1608B57A54}"/>
          </ac:picMkLst>
        </pc:picChg>
        <pc:picChg chg="del">
          <ac:chgData name="Norbey Muñoz" userId="b7e811e8891ccd42" providerId="LiveId" clId="{4BEE174F-7DFC-4109-8E56-391AFBBB9140}" dt="2025-08-29T20:34:19.403" v="300" actId="478"/>
          <ac:picMkLst>
            <pc:docMk/>
            <pc:sldMk cId="3910881248" sldId="321"/>
            <ac:picMk id="4" creationId="{EC1751D0-099B-64B4-430A-786E592D9B33}"/>
          </ac:picMkLst>
        </pc:picChg>
      </pc:sldChg>
      <pc:sldChg chg="addSp delSp modSp add mod ord">
        <pc:chgData name="Norbey Muñoz" userId="b7e811e8891ccd42" providerId="LiveId" clId="{4BEE174F-7DFC-4109-8E56-391AFBBB9140}" dt="2025-08-29T20:39:16.790" v="315" actId="1076"/>
        <pc:sldMkLst>
          <pc:docMk/>
          <pc:sldMk cId="892285382" sldId="322"/>
        </pc:sldMkLst>
        <pc:picChg chg="add mod">
          <ac:chgData name="Norbey Muñoz" userId="b7e811e8891ccd42" providerId="LiveId" clId="{4BEE174F-7DFC-4109-8E56-391AFBBB9140}" dt="2025-08-29T20:39:16.790" v="315" actId="1076"/>
          <ac:picMkLst>
            <pc:docMk/>
            <pc:sldMk cId="892285382" sldId="322"/>
            <ac:picMk id="3" creationId="{7B904054-9BD2-FC83-8344-63F1CAAE6D61}"/>
          </ac:picMkLst>
        </pc:picChg>
        <pc:picChg chg="del">
          <ac:chgData name="Norbey Muñoz" userId="b7e811e8891ccd42" providerId="LiveId" clId="{4BEE174F-7DFC-4109-8E56-391AFBBB9140}" dt="2025-08-29T20:36:03.854" v="312" actId="478"/>
          <ac:picMkLst>
            <pc:docMk/>
            <pc:sldMk cId="892285382" sldId="322"/>
            <ac:picMk id="2050" creationId="{AD59A117-61B6-DA4E-1B4E-465E9451B734}"/>
          </ac:picMkLst>
        </pc:picChg>
      </pc:sldChg>
      <pc:sldChg chg="addSp delSp add mod">
        <pc:chgData name="Norbey Muñoz" userId="b7e811e8891ccd42" providerId="LiveId" clId="{4BEE174F-7DFC-4109-8E56-391AFBBB9140}" dt="2025-08-29T20:40:08.334" v="318" actId="22"/>
        <pc:sldMkLst>
          <pc:docMk/>
          <pc:sldMk cId="2984430043" sldId="323"/>
        </pc:sldMkLst>
        <pc:picChg chg="del">
          <ac:chgData name="Norbey Muñoz" userId="b7e811e8891ccd42" providerId="LiveId" clId="{4BEE174F-7DFC-4109-8E56-391AFBBB9140}" dt="2025-08-29T20:40:00.697" v="317" actId="478"/>
          <ac:picMkLst>
            <pc:docMk/>
            <pc:sldMk cId="2984430043" sldId="323"/>
            <ac:picMk id="3" creationId="{A3A51A1F-A904-6042-53AF-57C5C70C8D8F}"/>
          </ac:picMkLst>
        </pc:picChg>
        <pc:picChg chg="add">
          <ac:chgData name="Norbey Muñoz" userId="b7e811e8891ccd42" providerId="LiveId" clId="{4BEE174F-7DFC-4109-8E56-391AFBBB9140}" dt="2025-08-29T20:40:08.334" v="318" actId="22"/>
          <ac:picMkLst>
            <pc:docMk/>
            <pc:sldMk cId="2984430043" sldId="323"/>
            <ac:picMk id="4" creationId="{3BF10273-72B0-DE70-3A61-915C559F9D97}"/>
          </ac:picMkLst>
        </pc:picChg>
      </pc:sldChg>
      <pc:sldChg chg="addSp delSp add mod">
        <pc:chgData name="Norbey Muñoz" userId="b7e811e8891ccd42" providerId="LiveId" clId="{4BEE174F-7DFC-4109-8E56-391AFBBB9140}" dt="2025-08-29T20:40:24.993" v="321" actId="22"/>
        <pc:sldMkLst>
          <pc:docMk/>
          <pc:sldMk cId="400318309" sldId="324"/>
        </pc:sldMkLst>
        <pc:picChg chg="add">
          <ac:chgData name="Norbey Muñoz" userId="b7e811e8891ccd42" providerId="LiveId" clId="{4BEE174F-7DFC-4109-8E56-391AFBBB9140}" dt="2025-08-29T20:40:24.993" v="321" actId="22"/>
          <ac:picMkLst>
            <pc:docMk/>
            <pc:sldMk cId="400318309" sldId="324"/>
            <ac:picMk id="3" creationId="{6101C33F-B342-EB1F-2EB1-D0F769101B82}"/>
          </ac:picMkLst>
        </pc:picChg>
        <pc:picChg chg="del">
          <ac:chgData name="Norbey Muñoz" userId="b7e811e8891ccd42" providerId="LiveId" clId="{4BEE174F-7DFC-4109-8E56-391AFBBB9140}" dt="2025-08-29T20:40:24.009" v="320" actId="478"/>
          <ac:picMkLst>
            <pc:docMk/>
            <pc:sldMk cId="400318309" sldId="324"/>
            <ac:picMk id="4" creationId="{AE7F4FFC-F18C-AE6B-8AB4-6C65CD5D2DC7}"/>
          </ac:picMkLst>
        </pc:picChg>
      </pc:sldChg>
      <pc:sldChg chg="addSp delSp add mod">
        <pc:chgData name="Norbey Muñoz" userId="b7e811e8891ccd42" providerId="LiveId" clId="{4BEE174F-7DFC-4109-8E56-391AFBBB9140}" dt="2025-08-29T20:40:39.150" v="324" actId="22"/>
        <pc:sldMkLst>
          <pc:docMk/>
          <pc:sldMk cId="101293869" sldId="325"/>
        </pc:sldMkLst>
        <pc:picChg chg="del">
          <ac:chgData name="Norbey Muñoz" userId="b7e811e8891ccd42" providerId="LiveId" clId="{4BEE174F-7DFC-4109-8E56-391AFBBB9140}" dt="2025-08-29T20:40:38.541" v="323" actId="478"/>
          <ac:picMkLst>
            <pc:docMk/>
            <pc:sldMk cId="101293869" sldId="325"/>
            <ac:picMk id="3" creationId="{3F25F5C8-A732-85A8-907E-2D37C1F8EEF8}"/>
          </ac:picMkLst>
        </pc:picChg>
        <pc:picChg chg="add">
          <ac:chgData name="Norbey Muñoz" userId="b7e811e8891ccd42" providerId="LiveId" clId="{4BEE174F-7DFC-4109-8E56-391AFBBB9140}" dt="2025-08-29T20:40:39.150" v="324" actId="22"/>
          <ac:picMkLst>
            <pc:docMk/>
            <pc:sldMk cId="101293869" sldId="325"/>
            <ac:picMk id="4" creationId="{92D5632D-8544-6158-896C-ACE74572CDB3}"/>
          </ac:picMkLst>
        </pc:picChg>
      </pc:sldChg>
      <pc:sldChg chg="addSp delSp add mod">
        <pc:chgData name="Norbey Muñoz" userId="b7e811e8891ccd42" providerId="LiveId" clId="{4BEE174F-7DFC-4109-8E56-391AFBBB9140}" dt="2025-08-29T20:40:57.503" v="327" actId="22"/>
        <pc:sldMkLst>
          <pc:docMk/>
          <pc:sldMk cId="49378665" sldId="326"/>
        </pc:sldMkLst>
        <pc:picChg chg="add">
          <ac:chgData name="Norbey Muñoz" userId="b7e811e8891ccd42" providerId="LiveId" clId="{4BEE174F-7DFC-4109-8E56-391AFBBB9140}" dt="2025-08-29T20:40:57.503" v="327" actId="22"/>
          <ac:picMkLst>
            <pc:docMk/>
            <pc:sldMk cId="49378665" sldId="326"/>
            <ac:picMk id="3" creationId="{A860914E-5345-239B-E891-8DE459EF1DB1}"/>
          </ac:picMkLst>
        </pc:picChg>
        <pc:picChg chg="del">
          <ac:chgData name="Norbey Muñoz" userId="b7e811e8891ccd42" providerId="LiveId" clId="{4BEE174F-7DFC-4109-8E56-391AFBBB9140}" dt="2025-08-29T20:40:57.062" v="326" actId="478"/>
          <ac:picMkLst>
            <pc:docMk/>
            <pc:sldMk cId="49378665" sldId="326"/>
            <ac:picMk id="4" creationId="{AF36B357-B114-FBCE-FD8A-00B9EDFEA3DA}"/>
          </ac:picMkLst>
        </pc:picChg>
      </pc:sldChg>
      <pc:sldChg chg="addSp delSp add mod">
        <pc:chgData name="Norbey Muñoz" userId="b7e811e8891ccd42" providerId="LiveId" clId="{4BEE174F-7DFC-4109-8E56-391AFBBB9140}" dt="2025-08-29T20:41:53.778" v="330" actId="22"/>
        <pc:sldMkLst>
          <pc:docMk/>
          <pc:sldMk cId="4252887898" sldId="327"/>
        </pc:sldMkLst>
        <pc:picChg chg="del">
          <ac:chgData name="Norbey Muñoz" userId="b7e811e8891ccd42" providerId="LiveId" clId="{4BEE174F-7DFC-4109-8E56-391AFBBB9140}" dt="2025-08-29T20:41:46.802" v="329" actId="478"/>
          <ac:picMkLst>
            <pc:docMk/>
            <pc:sldMk cId="4252887898" sldId="327"/>
            <ac:picMk id="3" creationId="{7CC39245-138F-B41F-02A1-108A63967F8C}"/>
          </ac:picMkLst>
        </pc:picChg>
        <pc:picChg chg="add">
          <ac:chgData name="Norbey Muñoz" userId="b7e811e8891ccd42" providerId="LiveId" clId="{4BEE174F-7DFC-4109-8E56-391AFBBB9140}" dt="2025-08-29T20:41:53.778" v="330" actId="22"/>
          <ac:picMkLst>
            <pc:docMk/>
            <pc:sldMk cId="4252887898" sldId="327"/>
            <ac:picMk id="4" creationId="{F6FC48F2-F057-F9AA-5997-49EC12B5462A}"/>
          </ac:picMkLst>
        </pc:picChg>
      </pc:sldChg>
      <pc:sldChg chg="addSp delSp add mod">
        <pc:chgData name="Norbey Muñoz" userId="b7e811e8891ccd42" providerId="LiveId" clId="{4BEE174F-7DFC-4109-8E56-391AFBBB9140}" dt="2025-08-29T20:42:07.334" v="333" actId="22"/>
        <pc:sldMkLst>
          <pc:docMk/>
          <pc:sldMk cId="3901993567" sldId="328"/>
        </pc:sldMkLst>
        <pc:picChg chg="add">
          <ac:chgData name="Norbey Muñoz" userId="b7e811e8891ccd42" providerId="LiveId" clId="{4BEE174F-7DFC-4109-8E56-391AFBBB9140}" dt="2025-08-29T20:42:07.334" v="333" actId="22"/>
          <ac:picMkLst>
            <pc:docMk/>
            <pc:sldMk cId="3901993567" sldId="328"/>
            <ac:picMk id="3" creationId="{774B3E12-41EE-6B67-1495-2561E47909DB}"/>
          </ac:picMkLst>
        </pc:picChg>
        <pc:picChg chg="del">
          <ac:chgData name="Norbey Muñoz" userId="b7e811e8891ccd42" providerId="LiveId" clId="{4BEE174F-7DFC-4109-8E56-391AFBBB9140}" dt="2025-08-29T20:42:06.989" v="332" actId="478"/>
          <ac:picMkLst>
            <pc:docMk/>
            <pc:sldMk cId="3901993567" sldId="328"/>
            <ac:picMk id="4" creationId="{AF09541F-5847-47A4-C96A-4DF3C314EC1A}"/>
          </ac:picMkLst>
        </pc:picChg>
      </pc:sldChg>
      <pc:sldChg chg="addSp delSp add mod">
        <pc:chgData name="Norbey Muñoz" userId="b7e811e8891ccd42" providerId="LiveId" clId="{4BEE174F-7DFC-4109-8E56-391AFBBB9140}" dt="2025-08-29T20:42:18.409" v="336" actId="22"/>
        <pc:sldMkLst>
          <pc:docMk/>
          <pc:sldMk cId="216396221" sldId="329"/>
        </pc:sldMkLst>
        <pc:picChg chg="del">
          <ac:chgData name="Norbey Muñoz" userId="b7e811e8891ccd42" providerId="LiveId" clId="{4BEE174F-7DFC-4109-8E56-391AFBBB9140}" dt="2025-08-29T20:42:17.793" v="335" actId="478"/>
          <ac:picMkLst>
            <pc:docMk/>
            <pc:sldMk cId="216396221" sldId="329"/>
            <ac:picMk id="3" creationId="{1739864F-ED26-F120-8F37-86C6F45DD6A2}"/>
          </ac:picMkLst>
        </pc:picChg>
        <pc:picChg chg="add">
          <ac:chgData name="Norbey Muñoz" userId="b7e811e8891ccd42" providerId="LiveId" clId="{4BEE174F-7DFC-4109-8E56-391AFBBB9140}" dt="2025-08-29T20:42:18.409" v="336" actId="22"/>
          <ac:picMkLst>
            <pc:docMk/>
            <pc:sldMk cId="216396221" sldId="329"/>
            <ac:picMk id="4" creationId="{A78CC395-E23B-6A98-8381-F14A3A5C54F3}"/>
          </ac:picMkLst>
        </pc:picChg>
      </pc:sldChg>
      <pc:sldChg chg="addSp delSp add mod">
        <pc:chgData name="Norbey Muñoz" userId="b7e811e8891ccd42" providerId="LiveId" clId="{4BEE174F-7DFC-4109-8E56-391AFBBB9140}" dt="2025-08-29T20:42:31.021" v="339" actId="22"/>
        <pc:sldMkLst>
          <pc:docMk/>
          <pc:sldMk cId="1390008742" sldId="330"/>
        </pc:sldMkLst>
        <pc:picChg chg="add">
          <ac:chgData name="Norbey Muñoz" userId="b7e811e8891ccd42" providerId="LiveId" clId="{4BEE174F-7DFC-4109-8E56-391AFBBB9140}" dt="2025-08-29T20:42:31.021" v="339" actId="22"/>
          <ac:picMkLst>
            <pc:docMk/>
            <pc:sldMk cId="1390008742" sldId="330"/>
            <ac:picMk id="3" creationId="{5756C9A9-0D9B-669B-13C4-AD2DB01038B8}"/>
          </ac:picMkLst>
        </pc:picChg>
        <pc:picChg chg="del">
          <ac:chgData name="Norbey Muñoz" userId="b7e811e8891ccd42" providerId="LiveId" clId="{4BEE174F-7DFC-4109-8E56-391AFBBB9140}" dt="2025-08-29T20:42:30.486" v="338" actId="478"/>
          <ac:picMkLst>
            <pc:docMk/>
            <pc:sldMk cId="1390008742" sldId="330"/>
            <ac:picMk id="4" creationId="{0F7947F2-10AF-8D46-12A4-84383F534227}"/>
          </ac:picMkLst>
        </pc:picChg>
      </pc:sldChg>
      <pc:sldChg chg="addSp delSp add mod">
        <pc:chgData name="Norbey Muñoz" userId="b7e811e8891ccd42" providerId="LiveId" clId="{4BEE174F-7DFC-4109-8E56-391AFBBB9140}" dt="2025-08-29T20:42:46.067" v="342" actId="22"/>
        <pc:sldMkLst>
          <pc:docMk/>
          <pc:sldMk cId="4079651878" sldId="331"/>
        </pc:sldMkLst>
        <pc:picChg chg="del">
          <ac:chgData name="Norbey Muñoz" userId="b7e811e8891ccd42" providerId="LiveId" clId="{4BEE174F-7DFC-4109-8E56-391AFBBB9140}" dt="2025-08-29T20:42:39.125" v="341" actId="478"/>
          <ac:picMkLst>
            <pc:docMk/>
            <pc:sldMk cId="4079651878" sldId="331"/>
            <ac:picMk id="3" creationId="{0DCA0E1E-E2B4-5FE0-D4FB-A65C2F597022}"/>
          </ac:picMkLst>
        </pc:picChg>
        <pc:picChg chg="add">
          <ac:chgData name="Norbey Muñoz" userId="b7e811e8891ccd42" providerId="LiveId" clId="{4BEE174F-7DFC-4109-8E56-391AFBBB9140}" dt="2025-08-29T20:42:46.067" v="342" actId="22"/>
          <ac:picMkLst>
            <pc:docMk/>
            <pc:sldMk cId="4079651878" sldId="331"/>
            <ac:picMk id="4" creationId="{D68EEA4D-625E-CBFC-791F-588F233DCE64}"/>
          </ac:picMkLst>
        </pc:picChg>
      </pc:sldChg>
      <pc:sldChg chg="addSp delSp add mod">
        <pc:chgData name="Norbey Muñoz" userId="b7e811e8891ccd42" providerId="LiveId" clId="{4BEE174F-7DFC-4109-8E56-391AFBBB9140}" dt="2025-08-29T20:43:14.687" v="345" actId="22"/>
        <pc:sldMkLst>
          <pc:docMk/>
          <pc:sldMk cId="386894368" sldId="332"/>
        </pc:sldMkLst>
        <pc:picChg chg="add">
          <ac:chgData name="Norbey Muñoz" userId="b7e811e8891ccd42" providerId="LiveId" clId="{4BEE174F-7DFC-4109-8E56-391AFBBB9140}" dt="2025-08-29T20:43:14.687" v="345" actId="22"/>
          <ac:picMkLst>
            <pc:docMk/>
            <pc:sldMk cId="386894368" sldId="332"/>
            <ac:picMk id="3" creationId="{9C202F96-B269-ED92-8B60-9BC8457C98DE}"/>
          </ac:picMkLst>
        </pc:picChg>
        <pc:picChg chg="del">
          <ac:chgData name="Norbey Muñoz" userId="b7e811e8891ccd42" providerId="LiveId" clId="{4BEE174F-7DFC-4109-8E56-391AFBBB9140}" dt="2025-08-29T20:43:14.151" v="344" actId="478"/>
          <ac:picMkLst>
            <pc:docMk/>
            <pc:sldMk cId="386894368" sldId="332"/>
            <ac:picMk id="4" creationId="{CAC3FD13-8B9F-FD16-A792-56C55716D70B}"/>
          </ac:picMkLst>
        </pc:picChg>
      </pc:sldChg>
      <pc:sldChg chg="addSp delSp add mod">
        <pc:chgData name="Norbey Muñoz" userId="b7e811e8891ccd42" providerId="LiveId" clId="{4BEE174F-7DFC-4109-8E56-391AFBBB9140}" dt="2025-08-29T20:43:33.586" v="348" actId="22"/>
        <pc:sldMkLst>
          <pc:docMk/>
          <pc:sldMk cId="795731169" sldId="333"/>
        </pc:sldMkLst>
        <pc:picChg chg="del">
          <ac:chgData name="Norbey Muñoz" userId="b7e811e8891ccd42" providerId="LiveId" clId="{4BEE174F-7DFC-4109-8E56-391AFBBB9140}" dt="2025-08-29T20:43:26.314" v="347" actId="478"/>
          <ac:picMkLst>
            <pc:docMk/>
            <pc:sldMk cId="795731169" sldId="333"/>
            <ac:picMk id="3" creationId="{4F221CD0-3FA4-E579-7486-6E8ABE1F6E65}"/>
          </ac:picMkLst>
        </pc:picChg>
        <pc:picChg chg="add">
          <ac:chgData name="Norbey Muñoz" userId="b7e811e8891ccd42" providerId="LiveId" clId="{4BEE174F-7DFC-4109-8E56-391AFBBB9140}" dt="2025-08-29T20:43:33.586" v="348" actId="22"/>
          <ac:picMkLst>
            <pc:docMk/>
            <pc:sldMk cId="795731169" sldId="333"/>
            <ac:picMk id="4" creationId="{95C87D11-9D5E-AFF4-EF9A-ECA7686B5482}"/>
          </ac:picMkLst>
        </pc:picChg>
      </pc:sldChg>
      <pc:sldChg chg="addSp delSp add mod">
        <pc:chgData name="Norbey Muñoz" userId="b7e811e8891ccd42" providerId="LiveId" clId="{4BEE174F-7DFC-4109-8E56-391AFBBB9140}" dt="2025-08-29T20:43:53.190" v="351" actId="22"/>
        <pc:sldMkLst>
          <pc:docMk/>
          <pc:sldMk cId="3730742620" sldId="334"/>
        </pc:sldMkLst>
        <pc:picChg chg="add">
          <ac:chgData name="Norbey Muñoz" userId="b7e811e8891ccd42" providerId="LiveId" clId="{4BEE174F-7DFC-4109-8E56-391AFBBB9140}" dt="2025-08-29T20:43:53.190" v="351" actId="22"/>
          <ac:picMkLst>
            <pc:docMk/>
            <pc:sldMk cId="3730742620" sldId="334"/>
            <ac:picMk id="3" creationId="{1C58DD50-7FBC-FF72-CA97-A01EAA283AF1}"/>
          </ac:picMkLst>
        </pc:picChg>
        <pc:picChg chg="del">
          <ac:chgData name="Norbey Muñoz" userId="b7e811e8891ccd42" providerId="LiveId" clId="{4BEE174F-7DFC-4109-8E56-391AFBBB9140}" dt="2025-08-29T20:43:46.329" v="350" actId="478"/>
          <ac:picMkLst>
            <pc:docMk/>
            <pc:sldMk cId="3730742620" sldId="334"/>
            <ac:picMk id="4" creationId="{7E57D278-ED69-E99B-5B2F-74F1D25D5E7F}"/>
          </ac:picMkLst>
        </pc:picChg>
      </pc:sldChg>
      <pc:sldChg chg="addSp delSp add mod">
        <pc:chgData name="Norbey Muñoz" userId="b7e811e8891ccd42" providerId="LiveId" clId="{4BEE174F-7DFC-4109-8E56-391AFBBB9140}" dt="2025-08-29T20:44:06.708" v="354" actId="22"/>
        <pc:sldMkLst>
          <pc:docMk/>
          <pc:sldMk cId="958528140" sldId="335"/>
        </pc:sldMkLst>
        <pc:picChg chg="del">
          <ac:chgData name="Norbey Muñoz" userId="b7e811e8891ccd42" providerId="LiveId" clId="{4BEE174F-7DFC-4109-8E56-391AFBBB9140}" dt="2025-08-29T20:44:05.791" v="353" actId="478"/>
          <ac:picMkLst>
            <pc:docMk/>
            <pc:sldMk cId="958528140" sldId="335"/>
            <ac:picMk id="3" creationId="{3705B085-6C03-F3AA-6717-52F7BCC9EFF2}"/>
          </ac:picMkLst>
        </pc:picChg>
        <pc:picChg chg="add">
          <ac:chgData name="Norbey Muñoz" userId="b7e811e8891ccd42" providerId="LiveId" clId="{4BEE174F-7DFC-4109-8E56-391AFBBB9140}" dt="2025-08-29T20:44:06.708" v="354" actId="22"/>
          <ac:picMkLst>
            <pc:docMk/>
            <pc:sldMk cId="958528140" sldId="335"/>
            <ac:picMk id="4" creationId="{2000CC36-7E39-6E0F-E28E-28D7587BA292}"/>
          </ac:picMkLst>
        </pc:picChg>
      </pc:sldChg>
      <pc:sldChg chg="addSp delSp add mod">
        <pc:chgData name="Norbey Muñoz" userId="b7e811e8891ccd42" providerId="LiveId" clId="{4BEE174F-7DFC-4109-8E56-391AFBBB9140}" dt="2025-08-29T20:44:25.974" v="357" actId="22"/>
        <pc:sldMkLst>
          <pc:docMk/>
          <pc:sldMk cId="2266881680" sldId="336"/>
        </pc:sldMkLst>
        <pc:picChg chg="add">
          <ac:chgData name="Norbey Muñoz" userId="b7e811e8891ccd42" providerId="LiveId" clId="{4BEE174F-7DFC-4109-8E56-391AFBBB9140}" dt="2025-08-29T20:44:25.974" v="357" actId="22"/>
          <ac:picMkLst>
            <pc:docMk/>
            <pc:sldMk cId="2266881680" sldId="336"/>
            <ac:picMk id="3" creationId="{4E8D7B38-B3FD-0CC6-4A00-8CC56F57B056}"/>
          </ac:picMkLst>
        </pc:picChg>
        <pc:picChg chg="del">
          <ac:chgData name="Norbey Muñoz" userId="b7e811e8891ccd42" providerId="LiveId" clId="{4BEE174F-7DFC-4109-8E56-391AFBBB9140}" dt="2025-08-29T20:44:25.376" v="356" actId="478"/>
          <ac:picMkLst>
            <pc:docMk/>
            <pc:sldMk cId="2266881680" sldId="336"/>
            <ac:picMk id="4" creationId="{4ECEC853-D1B6-C971-8B63-6A3D955458BD}"/>
          </ac:picMkLst>
        </pc:picChg>
      </pc:sldChg>
      <pc:sldChg chg="addSp delSp add mod">
        <pc:chgData name="Norbey Muñoz" userId="b7e811e8891ccd42" providerId="LiveId" clId="{4BEE174F-7DFC-4109-8E56-391AFBBB9140}" dt="2025-08-29T20:44:38.666" v="360" actId="22"/>
        <pc:sldMkLst>
          <pc:docMk/>
          <pc:sldMk cId="2856135932" sldId="337"/>
        </pc:sldMkLst>
        <pc:picChg chg="del">
          <ac:chgData name="Norbey Muñoz" userId="b7e811e8891ccd42" providerId="LiveId" clId="{4BEE174F-7DFC-4109-8E56-391AFBBB9140}" dt="2025-08-29T20:44:38.047" v="359" actId="478"/>
          <ac:picMkLst>
            <pc:docMk/>
            <pc:sldMk cId="2856135932" sldId="337"/>
            <ac:picMk id="3" creationId="{701D8CC6-EAD2-5BEE-A8CA-25BF46425DF8}"/>
          </ac:picMkLst>
        </pc:picChg>
        <pc:picChg chg="add">
          <ac:chgData name="Norbey Muñoz" userId="b7e811e8891ccd42" providerId="LiveId" clId="{4BEE174F-7DFC-4109-8E56-391AFBBB9140}" dt="2025-08-29T20:44:38.666" v="360" actId="22"/>
          <ac:picMkLst>
            <pc:docMk/>
            <pc:sldMk cId="2856135932" sldId="337"/>
            <ac:picMk id="4" creationId="{5F5842F1-D9CA-D969-F752-8705E41E3C70}"/>
          </ac:picMkLst>
        </pc:picChg>
      </pc:sldChg>
      <pc:sldChg chg="addSp delSp add mod">
        <pc:chgData name="Norbey Muñoz" userId="b7e811e8891ccd42" providerId="LiveId" clId="{4BEE174F-7DFC-4109-8E56-391AFBBB9140}" dt="2025-08-29T20:44:58.511" v="363" actId="22"/>
        <pc:sldMkLst>
          <pc:docMk/>
          <pc:sldMk cId="1050466124" sldId="338"/>
        </pc:sldMkLst>
        <pc:picChg chg="add">
          <ac:chgData name="Norbey Muñoz" userId="b7e811e8891ccd42" providerId="LiveId" clId="{4BEE174F-7DFC-4109-8E56-391AFBBB9140}" dt="2025-08-29T20:44:58.511" v="363" actId="22"/>
          <ac:picMkLst>
            <pc:docMk/>
            <pc:sldMk cId="1050466124" sldId="338"/>
            <ac:picMk id="3" creationId="{6B1C462A-A870-5FB2-766E-F64AF3B20669}"/>
          </ac:picMkLst>
        </pc:picChg>
        <pc:picChg chg="del">
          <ac:chgData name="Norbey Muñoz" userId="b7e811e8891ccd42" providerId="LiveId" clId="{4BEE174F-7DFC-4109-8E56-391AFBBB9140}" dt="2025-08-29T20:44:51.495" v="362" actId="478"/>
          <ac:picMkLst>
            <pc:docMk/>
            <pc:sldMk cId="1050466124" sldId="338"/>
            <ac:picMk id="4" creationId="{20400281-C201-7A01-046E-5CA1D18A72A4}"/>
          </ac:picMkLst>
        </pc:picChg>
      </pc:sldChg>
      <pc:sldChg chg="addSp delSp add mod">
        <pc:chgData name="Norbey Muñoz" userId="b7e811e8891ccd42" providerId="LiveId" clId="{4BEE174F-7DFC-4109-8E56-391AFBBB9140}" dt="2025-08-29T20:45:13.452" v="366" actId="22"/>
        <pc:sldMkLst>
          <pc:docMk/>
          <pc:sldMk cId="475781207" sldId="339"/>
        </pc:sldMkLst>
        <pc:picChg chg="del">
          <ac:chgData name="Norbey Muñoz" userId="b7e811e8891ccd42" providerId="LiveId" clId="{4BEE174F-7DFC-4109-8E56-391AFBBB9140}" dt="2025-08-29T20:45:12.928" v="365" actId="478"/>
          <ac:picMkLst>
            <pc:docMk/>
            <pc:sldMk cId="475781207" sldId="339"/>
            <ac:picMk id="3" creationId="{A1444D75-ECE8-50E2-B0A2-CAA8E4FBC0BF}"/>
          </ac:picMkLst>
        </pc:picChg>
        <pc:picChg chg="add">
          <ac:chgData name="Norbey Muñoz" userId="b7e811e8891ccd42" providerId="LiveId" clId="{4BEE174F-7DFC-4109-8E56-391AFBBB9140}" dt="2025-08-29T20:45:13.452" v="366" actId="22"/>
          <ac:picMkLst>
            <pc:docMk/>
            <pc:sldMk cId="475781207" sldId="339"/>
            <ac:picMk id="4" creationId="{5A098530-F57B-875D-58F2-90C7463BEC4C}"/>
          </ac:picMkLst>
        </pc:picChg>
      </pc:sldChg>
      <pc:sldChg chg="addSp delSp add mod">
        <pc:chgData name="Norbey Muñoz" userId="b7e811e8891ccd42" providerId="LiveId" clId="{4BEE174F-7DFC-4109-8E56-391AFBBB9140}" dt="2025-08-29T20:46:22.156" v="369" actId="22"/>
        <pc:sldMkLst>
          <pc:docMk/>
          <pc:sldMk cId="3438432899" sldId="340"/>
        </pc:sldMkLst>
        <pc:picChg chg="add">
          <ac:chgData name="Norbey Muñoz" userId="b7e811e8891ccd42" providerId="LiveId" clId="{4BEE174F-7DFC-4109-8E56-391AFBBB9140}" dt="2025-08-29T20:46:22.156" v="369" actId="22"/>
          <ac:picMkLst>
            <pc:docMk/>
            <pc:sldMk cId="3438432899" sldId="340"/>
            <ac:picMk id="3" creationId="{DF4DC3A4-0DB3-D29F-28B6-D3C979103FC8}"/>
          </ac:picMkLst>
        </pc:picChg>
        <pc:picChg chg="del">
          <ac:chgData name="Norbey Muñoz" userId="b7e811e8891ccd42" providerId="LiveId" clId="{4BEE174F-7DFC-4109-8E56-391AFBBB9140}" dt="2025-08-29T20:46:21.723" v="368" actId="478"/>
          <ac:picMkLst>
            <pc:docMk/>
            <pc:sldMk cId="3438432899" sldId="340"/>
            <ac:picMk id="4" creationId="{74DC9FE6-B3CE-87FA-07C7-12BF68B21FC5}"/>
          </ac:picMkLst>
        </pc:picChg>
      </pc:sldChg>
      <pc:sldChg chg="addSp delSp modSp add mod">
        <pc:chgData name="Norbey Muñoz" userId="b7e811e8891ccd42" providerId="LiveId" clId="{4BEE174F-7DFC-4109-8E56-391AFBBB9140}" dt="2025-08-29T20:46:41.755" v="374" actId="1076"/>
        <pc:sldMkLst>
          <pc:docMk/>
          <pc:sldMk cId="2103006623" sldId="341"/>
        </pc:sldMkLst>
        <pc:picChg chg="del">
          <ac:chgData name="Norbey Muñoz" userId="b7e811e8891ccd42" providerId="LiveId" clId="{4BEE174F-7DFC-4109-8E56-391AFBBB9140}" dt="2025-08-29T20:46:36.432" v="371" actId="478"/>
          <ac:picMkLst>
            <pc:docMk/>
            <pc:sldMk cId="2103006623" sldId="341"/>
            <ac:picMk id="3" creationId="{E3514653-C7EE-C27A-3345-5CDB87DA0B87}"/>
          </ac:picMkLst>
        </pc:picChg>
        <pc:picChg chg="add mod">
          <ac:chgData name="Norbey Muñoz" userId="b7e811e8891ccd42" providerId="LiveId" clId="{4BEE174F-7DFC-4109-8E56-391AFBBB9140}" dt="2025-08-29T20:46:41.755" v="374" actId="1076"/>
          <ac:picMkLst>
            <pc:docMk/>
            <pc:sldMk cId="2103006623" sldId="341"/>
            <ac:picMk id="4" creationId="{698AB564-CBA3-228F-ACE5-A8394ADC2703}"/>
          </ac:picMkLst>
        </pc:picChg>
      </pc:sldChg>
      <pc:sldChg chg="addSp delSp add mod">
        <pc:chgData name="Norbey Muñoz" userId="b7e811e8891ccd42" providerId="LiveId" clId="{4BEE174F-7DFC-4109-8E56-391AFBBB9140}" dt="2025-08-29T20:46:55.755" v="377" actId="22"/>
        <pc:sldMkLst>
          <pc:docMk/>
          <pc:sldMk cId="2088896944" sldId="342"/>
        </pc:sldMkLst>
        <pc:picChg chg="add">
          <ac:chgData name="Norbey Muñoz" userId="b7e811e8891ccd42" providerId="LiveId" clId="{4BEE174F-7DFC-4109-8E56-391AFBBB9140}" dt="2025-08-29T20:46:55.755" v="377" actId="22"/>
          <ac:picMkLst>
            <pc:docMk/>
            <pc:sldMk cId="2088896944" sldId="342"/>
            <ac:picMk id="3" creationId="{8B4AD206-C3AD-33C7-0B34-9FF4BE04D106}"/>
          </ac:picMkLst>
        </pc:picChg>
        <pc:picChg chg="del">
          <ac:chgData name="Norbey Muñoz" userId="b7e811e8891ccd42" providerId="LiveId" clId="{4BEE174F-7DFC-4109-8E56-391AFBBB9140}" dt="2025-08-29T20:46:55.318" v="376" actId="478"/>
          <ac:picMkLst>
            <pc:docMk/>
            <pc:sldMk cId="2088896944" sldId="342"/>
            <ac:picMk id="4" creationId="{32E8E8DE-104C-1D6A-50E6-738D9457A3D4}"/>
          </ac:picMkLst>
        </pc:picChg>
      </pc:sldChg>
      <pc:sldChg chg="addSp delSp modSp add mod setBg">
        <pc:chgData name="Norbey Muñoz" userId="b7e811e8891ccd42" providerId="LiveId" clId="{4BEE174F-7DFC-4109-8E56-391AFBBB9140}" dt="2025-08-29T20:51:07.098" v="400" actId="26606"/>
        <pc:sldMkLst>
          <pc:docMk/>
          <pc:sldMk cId="1779868026" sldId="343"/>
        </pc:sldMkLst>
        <pc:spChg chg="add">
          <ac:chgData name="Norbey Muñoz" userId="b7e811e8891ccd42" providerId="LiveId" clId="{4BEE174F-7DFC-4109-8E56-391AFBBB9140}" dt="2025-08-29T20:51:07.098" v="400" actId="26606"/>
          <ac:spMkLst>
            <pc:docMk/>
            <pc:sldMk cId="1779868026" sldId="343"/>
            <ac:spMk id="9" creationId="{42A4FC2C-047E-45A5-965D-8E1E3BF09BC6}"/>
          </ac:spMkLst>
        </pc:spChg>
        <pc:picChg chg="del">
          <ac:chgData name="Norbey Muñoz" userId="b7e811e8891ccd42" providerId="LiveId" clId="{4BEE174F-7DFC-4109-8E56-391AFBBB9140}" dt="2025-08-29T20:48:16.194" v="379" actId="478"/>
          <ac:picMkLst>
            <pc:docMk/>
            <pc:sldMk cId="1779868026" sldId="343"/>
            <ac:picMk id="3" creationId="{33CED46D-7967-6DE2-773A-EF16531B0596}"/>
          </ac:picMkLst>
        </pc:picChg>
        <pc:picChg chg="add mod">
          <ac:chgData name="Norbey Muñoz" userId="b7e811e8891ccd42" providerId="LiveId" clId="{4BEE174F-7DFC-4109-8E56-391AFBBB9140}" dt="2025-08-29T20:51:07.098" v="400" actId="26606"/>
          <ac:picMkLst>
            <pc:docMk/>
            <pc:sldMk cId="1779868026" sldId="343"/>
            <ac:picMk id="4" creationId="{15784B0C-918A-949F-D548-FF8834151849}"/>
          </ac:picMkLst>
        </pc:picChg>
      </pc:sldChg>
      <pc:sldChg chg="addSp delSp add mod ord">
        <pc:chgData name="Norbey Muñoz" userId="b7e811e8891ccd42" providerId="LiveId" clId="{4BEE174F-7DFC-4109-8E56-391AFBBB9140}" dt="2025-08-29T20:51:19.461" v="405" actId="22"/>
        <pc:sldMkLst>
          <pc:docMk/>
          <pc:sldMk cId="42195782" sldId="344"/>
        </pc:sldMkLst>
        <pc:picChg chg="del">
          <ac:chgData name="Norbey Muñoz" userId="b7e811e8891ccd42" providerId="LiveId" clId="{4BEE174F-7DFC-4109-8E56-391AFBBB9140}" dt="2025-08-29T20:51:11.994" v="404" actId="478"/>
          <ac:picMkLst>
            <pc:docMk/>
            <pc:sldMk cId="42195782" sldId="344"/>
            <ac:picMk id="3" creationId="{CAD6F4F8-9BC6-536B-DC94-94E86340CFED}"/>
          </ac:picMkLst>
        </pc:picChg>
        <pc:picChg chg="add">
          <ac:chgData name="Norbey Muñoz" userId="b7e811e8891ccd42" providerId="LiveId" clId="{4BEE174F-7DFC-4109-8E56-391AFBBB9140}" dt="2025-08-29T20:51:19.461" v="405" actId="22"/>
          <ac:picMkLst>
            <pc:docMk/>
            <pc:sldMk cId="42195782" sldId="344"/>
            <ac:picMk id="4" creationId="{3FCA17BA-6453-7448-AB64-BA3C73F75F51}"/>
          </ac:picMkLst>
        </pc:picChg>
      </pc:sldChg>
      <pc:sldChg chg="addSp delSp add mod">
        <pc:chgData name="Norbey Muñoz" userId="b7e811e8891ccd42" providerId="LiveId" clId="{4BEE174F-7DFC-4109-8E56-391AFBBB9140}" dt="2025-08-29T20:51:37.511" v="408" actId="22"/>
        <pc:sldMkLst>
          <pc:docMk/>
          <pc:sldMk cId="1256576930" sldId="345"/>
        </pc:sldMkLst>
        <pc:picChg chg="add">
          <ac:chgData name="Norbey Muñoz" userId="b7e811e8891ccd42" providerId="LiveId" clId="{4BEE174F-7DFC-4109-8E56-391AFBBB9140}" dt="2025-08-29T20:51:37.511" v="408" actId="22"/>
          <ac:picMkLst>
            <pc:docMk/>
            <pc:sldMk cId="1256576930" sldId="345"/>
            <ac:picMk id="3" creationId="{38A86C93-AEAD-77FC-7BFA-14A0E3697C22}"/>
          </ac:picMkLst>
        </pc:picChg>
        <pc:picChg chg="del">
          <ac:chgData name="Norbey Muñoz" userId="b7e811e8891ccd42" providerId="LiveId" clId="{4BEE174F-7DFC-4109-8E56-391AFBBB9140}" dt="2025-08-29T20:51:36.975" v="407" actId="478"/>
          <ac:picMkLst>
            <pc:docMk/>
            <pc:sldMk cId="1256576930" sldId="345"/>
            <ac:picMk id="4" creationId="{0EC38B9A-C916-0BE5-36DE-E3463169B0E6}"/>
          </ac:picMkLst>
        </pc:picChg>
      </pc:sldChg>
      <pc:sldChg chg="addSp delSp modSp add mod ord">
        <pc:chgData name="Norbey Muñoz" userId="b7e811e8891ccd42" providerId="LiveId" clId="{4BEE174F-7DFC-4109-8E56-391AFBBB9140}" dt="2025-08-29T20:52:06.465" v="414" actId="26606"/>
        <pc:sldMkLst>
          <pc:docMk/>
          <pc:sldMk cId="1290737937" sldId="346"/>
        </pc:sldMkLst>
        <pc:spChg chg="del">
          <ac:chgData name="Norbey Muñoz" userId="b7e811e8891ccd42" providerId="LiveId" clId="{4BEE174F-7DFC-4109-8E56-391AFBBB9140}" dt="2025-08-29T20:52:06.465" v="414" actId="26606"/>
          <ac:spMkLst>
            <pc:docMk/>
            <pc:sldMk cId="1290737937" sldId="346"/>
            <ac:spMk id="9" creationId="{D2B7C15A-DCDF-E08D-D5B5-453ED494BD45}"/>
          </ac:spMkLst>
        </pc:spChg>
        <pc:spChg chg="add">
          <ac:chgData name="Norbey Muñoz" userId="b7e811e8891ccd42" providerId="LiveId" clId="{4BEE174F-7DFC-4109-8E56-391AFBBB9140}" dt="2025-08-29T20:52:06.465" v="414" actId="26606"/>
          <ac:spMkLst>
            <pc:docMk/>
            <pc:sldMk cId="1290737937" sldId="346"/>
            <ac:spMk id="14" creationId="{42A4FC2C-047E-45A5-965D-8E1E3BF09BC6}"/>
          </ac:spMkLst>
        </pc:spChg>
        <pc:picChg chg="add mod">
          <ac:chgData name="Norbey Muñoz" userId="b7e811e8891ccd42" providerId="LiveId" clId="{4BEE174F-7DFC-4109-8E56-391AFBBB9140}" dt="2025-08-29T20:52:06.465" v="414" actId="26606"/>
          <ac:picMkLst>
            <pc:docMk/>
            <pc:sldMk cId="1290737937" sldId="346"/>
            <ac:picMk id="3" creationId="{73B7BA1F-BA70-CBBF-2BD1-40EA9916A587}"/>
          </ac:picMkLst>
        </pc:picChg>
        <pc:picChg chg="del">
          <ac:chgData name="Norbey Muñoz" userId="b7e811e8891ccd42" providerId="LiveId" clId="{4BEE174F-7DFC-4109-8E56-391AFBBB9140}" dt="2025-08-29T20:51:58.081" v="412" actId="478"/>
          <ac:picMkLst>
            <pc:docMk/>
            <pc:sldMk cId="1290737937" sldId="346"/>
            <ac:picMk id="4" creationId="{07D15D1B-C784-1202-5ED2-C12B3C39C6CC}"/>
          </ac:picMkLst>
        </pc:picChg>
      </pc:sldChg>
      <pc:sldChg chg="addSp delSp add mod ord">
        <pc:chgData name="Norbey Muñoz" userId="b7e811e8891ccd42" providerId="LiveId" clId="{4BEE174F-7DFC-4109-8E56-391AFBBB9140}" dt="2025-08-29T20:52:23.217" v="419" actId="22"/>
        <pc:sldMkLst>
          <pc:docMk/>
          <pc:sldMk cId="2897659823" sldId="347"/>
        </pc:sldMkLst>
        <pc:picChg chg="del">
          <ac:chgData name="Norbey Muñoz" userId="b7e811e8891ccd42" providerId="LiveId" clId="{4BEE174F-7DFC-4109-8E56-391AFBBB9140}" dt="2025-08-29T20:52:15.896" v="418" actId="478"/>
          <ac:picMkLst>
            <pc:docMk/>
            <pc:sldMk cId="2897659823" sldId="347"/>
            <ac:picMk id="3" creationId="{32315470-7CBC-A591-51EA-4BB262FF8D81}"/>
          </ac:picMkLst>
        </pc:picChg>
        <pc:picChg chg="add">
          <ac:chgData name="Norbey Muñoz" userId="b7e811e8891ccd42" providerId="LiveId" clId="{4BEE174F-7DFC-4109-8E56-391AFBBB9140}" dt="2025-08-29T20:52:23.217" v="419" actId="22"/>
          <ac:picMkLst>
            <pc:docMk/>
            <pc:sldMk cId="2897659823" sldId="347"/>
            <ac:picMk id="4" creationId="{124A4735-F080-D34B-E994-A59D9B37E693}"/>
          </ac:picMkLst>
        </pc:picChg>
      </pc:sldChg>
      <pc:sldChg chg="addSp delSp add mod">
        <pc:chgData name="Norbey Muñoz" userId="b7e811e8891ccd42" providerId="LiveId" clId="{4BEE174F-7DFC-4109-8E56-391AFBBB9140}" dt="2025-08-29T20:52:38.952" v="422" actId="22"/>
        <pc:sldMkLst>
          <pc:docMk/>
          <pc:sldMk cId="3969157211" sldId="348"/>
        </pc:sldMkLst>
        <pc:picChg chg="add">
          <ac:chgData name="Norbey Muñoz" userId="b7e811e8891ccd42" providerId="LiveId" clId="{4BEE174F-7DFC-4109-8E56-391AFBBB9140}" dt="2025-08-29T20:52:38.952" v="422" actId="22"/>
          <ac:picMkLst>
            <pc:docMk/>
            <pc:sldMk cId="3969157211" sldId="348"/>
            <ac:picMk id="3" creationId="{72DEE324-B10E-2D99-EAF5-7A2978E73BCA}"/>
          </ac:picMkLst>
        </pc:picChg>
        <pc:picChg chg="del">
          <ac:chgData name="Norbey Muñoz" userId="b7e811e8891ccd42" providerId="LiveId" clId="{4BEE174F-7DFC-4109-8E56-391AFBBB9140}" dt="2025-08-29T20:52:38.389" v="421" actId="478"/>
          <ac:picMkLst>
            <pc:docMk/>
            <pc:sldMk cId="3969157211" sldId="348"/>
            <ac:picMk id="4" creationId="{4BF5BB26-5034-6679-F841-28DD4FF0F501}"/>
          </ac:picMkLst>
        </pc:picChg>
      </pc:sldChg>
      <pc:sldChg chg="addSp delSp add mod">
        <pc:chgData name="Norbey Muñoz" userId="b7e811e8891ccd42" providerId="LiveId" clId="{4BEE174F-7DFC-4109-8E56-391AFBBB9140}" dt="2025-08-29T20:52:54.301" v="425" actId="22"/>
        <pc:sldMkLst>
          <pc:docMk/>
          <pc:sldMk cId="4106443097" sldId="349"/>
        </pc:sldMkLst>
        <pc:picChg chg="del">
          <ac:chgData name="Norbey Muñoz" userId="b7e811e8891ccd42" providerId="LiveId" clId="{4BEE174F-7DFC-4109-8E56-391AFBBB9140}" dt="2025-08-29T20:52:53.744" v="424" actId="478"/>
          <ac:picMkLst>
            <pc:docMk/>
            <pc:sldMk cId="4106443097" sldId="349"/>
            <ac:picMk id="3" creationId="{84F77AC7-4CFF-CA02-2190-8724E6EB0094}"/>
          </ac:picMkLst>
        </pc:picChg>
        <pc:picChg chg="add">
          <ac:chgData name="Norbey Muñoz" userId="b7e811e8891ccd42" providerId="LiveId" clId="{4BEE174F-7DFC-4109-8E56-391AFBBB9140}" dt="2025-08-29T20:52:54.301" v="425" actId="22"/>
          <ac:picMkLst>
            <pc:docMk/>
            <pc:sldMk cId="4106443097" sldId="349"/>
            <ac:picMk id="4" creationId="{E4415337-BF9D-DB48-C987-0AE4C8F98225}"/>
          </ac:picMkLst>
        </pc:picChg>
      </pc:sldChg>
      <pc:sldChg chg="addSp delSp add mod">
        <pc:chgData name="Norbey Muñoz" userId="b7e811e8891ccd42" providerId="LiveId" clId="{4BEE174F-7DFC-4109-8E56-391AFBBB9140}" dt="2025-08-29T20:53:17.334" v="428" actId="22"/>
        <pc:sldMkLst>
          <pc:docMk/>
          <pc:sldMk cId="2897625606" sldId="350"/>
        </pc:sldMkLst>
        <pc:picChg chg="add">
          <ac:chgData name="Norbey Muñoz" userId="b7e811e8891ccd42" providerId="LiveId" clId="{4BEE174F-7DFC-4109-8E56-391AFBBB9140}" dt="2025-08-29T20:53:17.334" v="428" actId="22"/>
          <ac:picMkLst>
            <pc:docMk/>
            <pc:sldMk cId="2897625606" sldId="350"/>
            <ac:picMk id="3" creationId="{573CF830-4492-2F65-530E-033FE82E9392}"/>
          </ac:picMkLst>
        </pc:picChg>
        <pc:picChg chg="del">
          <ac:chgData name="Norbey Muñoz" userId="b7e811e8891ccd42" providerId="LiveId" clId="{4BEE174F-7DFC-4109-8E56-391AFBBB9140}" dt="2025-08-29T20:53:16.565" v="427" actId="478"/>
          <ac:picMkLst>
            <pc:docMk/>
            <pc:sldMk cId="2897625606" sldId="350"/>
            <ac:picMk id="4" creationId="{0E22469A-EB54-13CF-2356-32493470317E}"/>
          </ac:picMkLst>
        </pc:picChg>
      </pc:sldChg>
      <pc:sldChg chg="addSp delSp modSp add mod">
        <pc:chgData name="Norbey Muñoz" userId="b7e811e8891ccd42" providerId="LiveId" clId="{4BEE174F-7DFC-4109-8E56-391AFBBB9140}" dt="2025-08-29T20:53:47.793" v="434" actId="732"/>
        <pc:sldMkLst>
          <pc:docMk/>
          <pc:sldMk cId="595917319" sldId="351"/>
        </pc:sldMkLst>
        <pc:picChg chg="del">
          <ac:chgData name="Norbey Muñoz" userId="b7e811e8891ccd42" providerId="LiveId" clId="{4BEE174F-7DFC-4109-8E56-391AFBBB9140}" dt="2025-08-29T20:53:36.083" v="431" actId="478"/>
          <ac:picMkLst>
            <pc:docMk/>
            <pc:sldMk cId="595917319" sldId="351"/>
            <ac:picMk id="3" creationId="{72C5D4CB-C473-5D90-F29F-8D8067771723}"/>
          </ac:picMkLst>
        </pc:picChg>
        <pc:picChg chg="add mod modCrop">
          <ac:chgData name="Norbey Muñoz" userId="b7e811e8891ccd42" providerId="LiveId" clId="{4BEE174F-7DFC-4109-8E56-391AFBBB9140}" dt="2025-08-29T20:53:47.793" v="434" actId="732"/>
          <ac:picMkLst>
            <pc:docMk/>
            <pc:sldMk cId="595917319" sldId="351"/>
            <ac:picMk id="4" creationId="{03224B8B-6AFD-DF8B-2A9E-771CC2A72A38}"/>
          </ac:picMkLst>
        </pc:picChg>
      </pc:sldChg>
      <pc:sldChg chg="addSp delSp add mod">
        <pc:chgData name="Norbey Muñoz" userId="b7e811e8891ccd42" providerId="LiveId" clId="{4BEE174F-7DFC-4109-8E56-391AFBBB9140}" dt="2025-08-29T20:53:54.185" v="435" actId="22"/>
        <pc:sldMkLst>
          <pc:docMk/>
          <pc:sldMk cId="3928055601" sldId="352"/>
        </pc:sldMkLst>
        <pc:picChg chg="del">
          <ac:chgData name="Norbey Muñoz" userId="b7e811e8891ccd42" providerId="LiveId" clId="{4BEE174F-7DFC-4109-8E56-391AFBBB9140}" dt="2025-08-29T20:53:37.322" v="432" actId="478"/>
          <ac:picMkLst>
            <pc:docMk/>
            <pc:sldMk cId="3928055601" sldId="352"/>
            <ac:picMk id="3" creationId="{17D0E705-2637-8513-C074-0EAB9EE3C59C}"/>
          </ac:picMkLst>
        </pc:picChg>
        <pc:picChg chg="add">
          <ac:chgData name="Norbey Muñoz" userId="b7e811e8891ccd42" providerId="LiveId" clId="{4BEE174F-7DFC-4109-8E56-391AFBBB9140}" dt="2025-08-29T20:53:54.185" v="435" actId="22"/>
          <ac:picMkLst>
            <pc:docMk/>
            <pc:sldMk cId="3928055601" sldId="352"/>
            <ac:picMk id="4" creationId="{9B125D5E-525D-079E-BBD9-76DA3DA7F1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294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0BF2-24B7-5BF8-4429-0C2C2C7E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28836-262F-0776-4429-E198C93A8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7170E-A5B9-B743-353A-B9CEB265FC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96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5AFC6-36B2-7A13-3AE5-D86A0FDEE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31239-EE38-1498-45FD-BF134CDFD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1CEB3-92A5-CF19-DDDB-63C5A29249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26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BE8D8-3992-174D-6E90-891AD13C0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351CA-4B37-9831-F733-596584BF3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328C9-DAEF-E820-A8FF-5E2739082D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63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1794-CE63-73C7-468B-F6E85EB4E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FFECAB-134C-D208-99A6-875F4261C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67CED-0B38-CEC7-2336-54360D5195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0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9C256-9669-A617-4A5B-B73C03909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B1AC4-E43D-49ED-6490-4C32811FF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</a:t>
            </a:r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-V es la </a:t>
            </a:r>
            <a:r>
              <a:rPr lang="es-CO" dirty="0"/>
              <a:t>tecnología de hipervisor (</a:t>
            </a:r>
            <a:r>
              <a:rPr lang="es-CO" dirty="0" err="1"/>
              <a:t>visrtualización</a:t>
            </a:r>
            <a:r>
              <a:rPr lang="es-CO" dirty="0"/>
              <a:t>) de Microsoft que permite crear y administrar máquinas virtuales en sistemas Windows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58DD6-B06A-F950-3E88-3898A5AAC3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2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229AD-EDEC-715E-6D70-750EE06BD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F5AD7-5DBC-5056-BDDA-145BEC170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3A89-F3B2-34EC-B196-0709C52FC6B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22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A039E-2D0E-EABE-8CC7-A484FC95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4E8B5-3275-E594-6025-3538B95D2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 </a:t>
            </a:r>
            <a:r>
              <a:rPr lang="es-CO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extensiones </a:t>
            </a:r>
            <a:r>
              <a:rPr lang="es-CO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VTx</a:t>
            </a:r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son tecnologías de virtualización de hardware desarrolladas por Intel. Estas extensiones permiten que múltiples sistemas operativos y aplicaciones se ejecuten en máquinas virtuales independientes.</a:t>
            </a:r>
          </a:p>
          <a:p>
            <a:endParaRPr lang="es-C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 </a:t>
            </a:r>
            <a:r>
              <a:rPr lang="es-CO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Para-Virtualización</a:t>
            </a:r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 una técnica de virtualización que permite que el sistema operativo invitado sea consciente de la virtualización. Esto significa que el sistema operativo invitado puede comunicarse directamente con el hipervisor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BDF28-DFCE-C16C-04B9-9697032532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80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FD18-17E7-FA24-4F37-D8E7F68B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2FD51-60D4-F121-748A-582EC0B86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 </a:t>
            </a:r>
            <a:r>
              <a:rPr lang="es-CO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extensiones </a:t>
            </a:r>
            <a:r>
              <a:rPr lang="es-CO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VTx</a:t>
            </a:r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son tecnologías de virtualización de hardware desarrolladas por Intel. Estas extensiones permiten que múltiples sistemas operativos y aplicaciones se ejecuten en máquinas virtuales independientes.</a:t>
            </a:r>
          </a:p>
          <a:p>
            <a:endParaRPr lang="es-C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 </a:t>
            </a:r>
            <a:r>
              <a:rPr lang="es-CO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Para-Virtualización</a:t>
            </a:r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 una técnica de virtualización que permite que el sistema operativo invitado sea consciente de la virtualización. Esto significa que el sistema operativo invitado puede comunicarse directamente con el hipervisor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5A6F6-D861-98FE-F13D-7070BA6FE5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9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A4086-DE30-F60D-2AEF-267531838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AF1A8-74D4-C356-A0CF-48127C709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 </a:t>
            </a:r>
            <a:r>
              <a:rPr lang="es-CO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extensiones </a:t>
            </a:r>
            <a:r>
              <a:rPr lang="es-CO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VTx</a:t>
            </a:r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son tecnologías de virtualización de hardware desarrolladas por Intel. Estas extensiones permiten que múltiples sistemas operativos y aplicaciones se ejecuten en máquinas virtuales independientes.</a:t>
            </a:r>
          </a:p>
          <a:p>
            <a:endParaRPr lang="es-C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 </a:t>
            </a:r>
            <a:r>
              <a:rPr lang="es-CO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Para-Virtualización</a:t>
            </a:r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 una técnica de virtualización que permite que el sistema operativo invitado sea consciente de la virtualización. Esto significa que el sistema operativo invitado puede comunicarse directamente con el hipervisor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68428-483A-3A01-4436-18B64D25C0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90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FF412-F2C3-2103-AA85-88C69ADF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5E689-8A17-CA48-7F60-BEC8B7039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 </a:t>
            </a:r>
            <a:r>
              <a:rPr lang="es-CO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extensiones </a:t>
            </a:r>
            <a:r>
              <a:rPr lang="es-CO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VTx</a:t>
            </a:r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son tecnologías de virtualización de hardware desarrolladas por Intel. Estas extensiones permiten que múltiples sistemas operativos y aplicaciones se ejecuten en máquinas virtuales independientes.</a:t>
            </a:r>
          </a:p>
          <a:p>
            <a:endParaRPr lang="es-C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 </a:t>
            </a:r>
            <a:r>
              <a:rPr lang="es-CO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Para-Virtualización</a:t>
            </a:r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 una técnica de virtualización que permite que el sistema operativo invitado sea consciente de la virtualización. Esto significa que el sistema operativo invitado puede comunicarse directamente con el hipervisor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1E861-F6EB-7C37-F631-CA0C6C762E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7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33358-C984-2EBD-2347-0237821C2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0DDC3-BED1-2FFE-0508-7493AAB48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19620-E8E8-655D-5EE8-9BCD7ACA1B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37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7E45-3529-CA11-E3D5-FE9447813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151B9-6ABE-F73D-F6A6-6699FA16C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2FE00-E2FE-B902-AF02-28E210BE84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12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8A985-3F73-7219-76BD-808B4131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443E8E-4384-495D-F390-614B3418F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E479A-1061-17F8-911E-6478EF50A0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41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C04D-85BE-53C6-5A9C-2F8E6D510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B0E2E-21CB-5ECF-5311-523476C89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38AC1-D5F9-5802-54F2-CE62A01D2A8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951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E83E5-D1D8-E5D5-E3CF-CB758A93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ABF8E-CC49-64F1-76A8-87E022D3E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C9E5A-C3C1-68AC-4484-EAD0925E291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78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3BA9D-8D00-ED27-19C1-D9871869E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4BC26-196E-09A5-CB1B-BF6449448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3F04D-7E18-062D-7F79-DF867B52ECE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889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863E6-593B-39DF-D2EA-49066F2E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D3686-298C-D95A-21E7-51DC13B07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16DE5-2895-9D3A-281E-A13D7C28F62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37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8272C-7721-2984-4ABD-55CCB304B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7440B-870A-B394-9CBD-1E1906993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19BCE-9B2D-2F3E-261B-7F71BA0B64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737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2CC27-21A1-AEE6-4C6B-93248FD06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7E656-3C32-8D92-8E62-A5DF8D3F8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13ED1-7AAC-8259-2C9D-CC683468D4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696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B52EE-1842-6333-782B-37929B30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87A2B-6B20-EA21-5DFA-334F4A546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4DF8C-0370-94AA-1430-3C0A2E3451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054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8EDA4-545E-06FA-DD13-12CF279E4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D96C3-203C-973C-02BF-A3560DE53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BB7FF-604F-580C-D448-2C9A1993BF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356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4A9C-7A64-9E38-4949-1BA6F9F84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64312-AB2F-08AF-1A62-3B884D5BD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B034D-C9FA-8CDD-3F0D-C8167D8224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13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3BD2-F6C5-55B2-9549-A30982CDF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BF95E-941D-02FD-DF07-7BD1F6ABA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F5423-E1DE-F83D-3A7A-B7760E30E7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951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039C7-B3C2-D343-DA00-AC304531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F70B7-C102-0610-4A02-A8352E17A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92088-FEE0-1FF0-47F5-96DB125009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437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0D91E-3BFB-9BFA-78D2-034C9516F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0F17A-4D32-3AC1-D2FE-297EE3C71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2DDED-D208-368A-E393-BCEEBE226C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523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FAF0-219C-2AA6-994A-2F2805F7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C229D-3721-27DB-D578-5334A316F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1889A-2A9A-7DC6-9DFF-612E9A57AF5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732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F37E4-1063-1E38-B7DB-B6233BAB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536D6-A6F4-E330-C0EF-FAD55C6F9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F0CE3-7350-447D-5312-E7149056A6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448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FED6-943D-5521-8A63-57DFFD18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ACFE0-84E1-2246-C113-3948943A7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E2508-95BE-D476-AFAB-25E196F33B8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716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2A38-B4DF-B19B-5139-DB0F4487B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6F4E7-248E-ABC7-C0E1-3666125B8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BBF4F-6292-A1EC-F16F-E4D3582236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14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2ED9A-6685-7A9D-A9A0-EA7BF0962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17E81-8240-33C6-3F72-EBEA84846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AB4BE-577C-259E-9FB9-75DC6CF147F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46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01F19-A8A2-08E4-D497-FA4F6B1F2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C7A3D-8056-09E6-74A6-85504F738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832CF-0AE3-3A39-9668-1B015DAB92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693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83496-B1B3-F7B7-D06B-7456EDEDD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FA069-39BF-7502-AEB3-4CA6C12FE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9BCF4-B5B3-260F-9E86-1C5ADEFC3A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86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F4E94-3F67-ED9A-4A34-3C396C009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35E91-E8C3-7A7D-1469-6419FAF37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447C2-422D-EFD4-5148-1E17682D5C9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037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71346-25EF-1B12-F733-776F87E52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687DF-12DD-35BD-820F-20AEFD483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F6F25-0CF2-AF3C-833E-9284A1B4F6B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3F4B9-0C95-457F-90E1-7E6AD1F6B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F5CB5-73F6-4989-887F-E368978C1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0E3D9-68C7-3A0F-AB4D-6819BE3783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4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63350-3F41-CC02-48C2-3EF8F406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767C9-5BF2-98A4-3A31-B548F9527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A3905-9AF8-21E0-3E48-3A32A7D233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942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ECCA9-394C-BC43-6414-1D819B05F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3AB9B-701E-57CA-4F2C-C65CDC40D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8E4F9-BAE5-C1A8-CFE8-A04B318C994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974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938DC-C954-4DDE-8CA4-1E8FBCFAA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4E6C1-B170-089A-D042-F6F0C0C64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F9867-B0CE-CE54-D153-67CC61A6FC6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743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21C74-248A-C372-E9B8-CFF61B0C4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946CD-00F7-58F1-42DF-9F74B81D0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A6865-937A-8E81-0CD6-FA22E7A413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088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91D63-CF66-DB44-668B-E3727A4B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F1B6D-92E8-0C77-0CCE-80073C936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02B5E-21C0-5FF4-0D83-543C57C4C4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382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4225-E169-36EA-E2B6-0F9BFB87A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1E347-5CA2-E806-6AA9-84C7CB745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54299-341B-BD10-86A3-5C75CABE54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541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E5F3-CD5F-EC7E-BE5C-6D4571B0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ED8D0-3042-4301-BB69-9120AF58C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699C4-2BA2-B71A-F25C-9C09EFD587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929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97585-072D-4661-ED6B-E105C6581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EA031-CB87-6CAA-7304-5F42B8BFA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31D2E-3C7A-2541-4B42-497A060FBF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924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E3958-2C22-B81A-C9A0-27D1A9B70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AA6583-E9F9-3E55-0726-D871B92E4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4D670-907E-51F2-F371-D244838C5D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255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952C-C6E9-9FED-183A-326422FC4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D4CC5-8D2E-9EFE-F249-C45C6500C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C5A84-21C4-239D-85C8-90B2082EC5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7566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BFF74-5DF4-6394-4696-E4415E90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52536-1FA3-9DF3-922C-2FAADB10E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A68A5-C4EF-2690-5E3A-B09DC2E62C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0604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3B245-70A9-EF35-DA5B-DD6A958D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FF821-17C9-E72E-6121-BECA6CC91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0D8DF-71BB-D9C5-9210-CD001625BC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7715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83ED-9A0E-38E4-EFFD-6D6F7EB7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F7F89-9E57-5258-E478-840E98FE8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F51F3-0D0F-4A52-A6CE-5A63291ED5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0083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A07F1-509E-E644-4771-C84425D8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97F76-3CFC-DF53-348C-25C929A8B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C1C96-789B-C20B-57F2-F3CFA7DF5E6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455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ED21-9EC1-0647-94AE-D994F3C2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4201A-7374-499F-7573-A091C8E53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AB462-4D95-F264-0745-A8A0C92F7D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5399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B004D-4BEB-E19B-FAD6-56E1A1A0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4C6C4-738D-0FC5-30C2-1A2AA2A07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4568C-392C-8468-1871-3314805A22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9436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E2FA5-912D-9501-76F8-85D25F4E5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C83C0-C789-B2CD-3E3F-7F0860DF2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EC9D-878A-538A-9DB8-F5EAB3C8EF2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5770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4E39F-389C-B1F5-0D8D-15FDCB5BF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D6744-3C9F-AC82-A2AC-16266F9F3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409EA-EE10-AE09-B97D-C9BFEC42CD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4711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4503E-CEB4-A963-7DAD-D33282F61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E67E4-9D28-7AA4-915D-AD95DD266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8A8E6-E7A0-B2B0-78C8-A66BEB5F53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9791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33440-E657-20A7-4EB0-C8B9E273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C25BA-CD3E-EB93-89E1-BD7ED3D4C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ECD9D-3F79-A97C-72EC-FB43E54A212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3219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A604A-44FC-A552-DEC0-774F7499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A6196-DBE8-FA29-6327-5163A081F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3DD2D-0906-8ADC-2B16-A97D8CA05C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6895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7E25C-4D65-E972-B256-4BA2A7EB4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DD296-399B-655A-9540-8FEA892F5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4D75C-30A6-ADA8-2C26-DEB9E577D0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1677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7ED21-0C88-C696-78E7-C4EFC6E3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D160D-BB6A-7044-FD38-4D3FC95CC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4006B-909C-6421-4192-A763B5D3349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6539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B647-FE43-AE9A-66D0-5178801C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8BF28-68C6-F485-DFB0-B897D6ABE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E464E-0034-F188-A7FF-4D4A551A04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7013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671FC-C3AA-DF7D-63B9-11D8B6D15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22D44-6365-95B7-7406-6B3F534A7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68F62-499F-81BC-6A67-F792360B69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5365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986D-669B-3DCB-7895-96C53C7AC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87E99-52DA-8EC1-F2A9-F7BF12D8F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00102-F6F4-0D7D-D678-F3DFBDA383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722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EA078-5EFC-F76D-F29D-793126260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7FE38-5A92-14EC-3FB2-D8CDC0498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80E25-3F78-6032-9533-6340A529EE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2893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978BE-CF61-EC00-CE23-6D607950B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1E891-B873-CD4B-5936-52971BB88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B787E-FE74-EF0A-4BA2-3E379295E84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8139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ABCE2-80B8-3FDC-3076-74CC28022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29DC7-167F-6E24-8D0C-958571F76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2D342-A682-DA79-E497-08CC5206BE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7119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984C2-3D38-B10B-55AC-BF62FE77B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9C698-33E0-57F6-9356-663022ED6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B6938-4C88-3379-49BF-4B22BA0173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0744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7664-2E30-3DDE-B596-927A8A1FE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E7250-5C4E-E837-C2EC-F4B863166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EF59F-BD5D-DBF3-BB99-B874FCCC04A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2017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2F806-8DAD-AFE2-946E-ADDD78E09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E1547-9657-AEF8-1F81-F815DD6D7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42867-3994-EEE1-EE09-E2AE9DE049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9274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81AEA-E876-4E55-2938-D13CD1082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CAC84-0D1A-8EE0-75BC-BB14A3A06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98F2F-865C-16ED-8654-339F009AE1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382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ECFEB-3BCB-5CAA-91A3-945557DD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5B08C-1809-3685-42E0-C5B1044DF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6C257-2C03-18B3-B26F-FBF1479306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7698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31FEB-D472-0765-7573-5EFB87FC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82C04-702A-9BAF-B8A3-636A165AB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0119E-1129-1377-0CDB-A786FD87CBF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2050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27D8-5C7F-8528-B1D4-3BCEBB534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1E4D9-A0D8-41E7-A23B-E3A06C1C6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E5592-CDC8-4072-E458-986067EA0A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8601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BC5A6-384D-E469-DFEA-E9086CA35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6BBA7-1B27-6752-B34E-288AB301F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C389B-E6D5-0D91-4E9D-F9AAA6CA391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330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597432"/>
            <a:ext cx="7556421" cy="1034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s-CO" sz="4450" noProof="0" dirty="0"/>
              <a:t>Microservicios y Contenedores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979" y="465177"/>
            <a:ext cx="11961614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s-CO" sz="3300" b="1" noProof="0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¿Qué es una Arquitectura de Microservicios?</a:t>
            </a:r>
            <a:endParaRPr lang="es-CO" sz="3300" noProof="0" dirty="0"/>
          </a:p>
        </p:txBody>
      </p:sp>
      <p:sp>
        <p:nvSpPr>
          <p:cNvPr id="3" name="Text 1"/>
          <p:cNvSpPr/>
          <p:nvPr/>
        </p:nvSpPr>
        <p:spPr>
          <a:xfrm>
            <a:off x="1525964" y="2472239"/>
            <a:ext cx="5046822" cy="32851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s-CO" noProof="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 sistema se divide en servicios independientes.</a:t>
            </a:r>
          </a:p>
          <a:p>
            <a:pPr marL="0" indent="0" algn="ctr">
              <a:lnSpc>
                <a:spcPts val="2100"/>
              </a:lnSpc>
              <a:buNone/>
            </a:pPr>
            <a:endParaRPr lang="es-CO" noProof="0" dirty="0">
              <a:solidFill>
                <a:srgbClr val="55575A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  <a:p>
            <a:pPr algn="ctr">
              <a:lnSpc>
                <a:spcPts val="2100"/>
              </a:lnSpc>
            </a:pPr>
            <a:r>
              <a:rPr lang="es-CO" noProof="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Cada microservicio tiene su propia responsabilidad (usuarios, productos, pagos, etc.).</a:t>
            </a:r>
          </a:p>
          <a:p>
            <a:pPr algn="ctr">
              <a:lnSpc>
                <a:spcPts val="2100"/>
              </a:lnSpc>
            </a:pPr>
            <a:endParaRPr lang="es-CO" noProof="0" dirty="0">
              <a:solidFill>
                <a:srgbClr val="55575A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  <a:p>
            <a:pPr algn="ctr">
              <a:lnSpc>
                <a:spcPts val="2100"/>
              </a:lnSpc>
            </a:pPr>
            <a:r>
              <a:rPr lang="es-CO" noProof="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 comunican vía HTTP o mensajes.</a:t>
            </a:r>
          </a:p>
          <a:p>
            <a:pPr algn="ctr">
              <a:lnSpc>
                <a:spcPts val="2100"/>
              </a:lnSpc>
            </a:pPr>
            <a:endParaRPr lang="es-CO" noProof="0" dirty="0">
              <a:solidFill>
                <a:srgbClr val="55575A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  <a:p>
            <a:pPr algn="ctr">
              <a:lnSpc>
                <a:spcPts val="2100"/>
              </a:lnSpc>
            </a:pPr>
            <a:r>
              <a:rPr lang="es-CO" noProof="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Ventajas: escalabilidad, despliegue modular y fácil mantenimiento.</a:t>
            </a:r>
            <a:endParaRPr lang="es-CO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595" y="1241260"/>
            <a:ext cx="6046446" cy="57470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5C05CD3-3114-8C01-8FE9-2FB5B3554639}"/>
              </a:ext>
            </a:extLst>
          </p:cNvPr>
          <p:cNvSpPr txBox="1"/>
          <p:nvPr/>
        </p:nvSpPr>
        <p:spPr>
          <a:xfrm>
            <a:off x="1483895" y="620633"/>
            <a:ext cx="7315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b="0" i="0" dirty="0">
                <a:effectLst/>
                <a:latin typeface="Segoe UI" panose="020B0502040204020203" pitchFamily="34" charset="0"/>
              </a:rPr>
              <a:t>En una arquitectura de microservicios, un cliente podría interactuar con más de un servicio. Dado este hecho, ¿cómo sabe un cliente qué puntos de conexión se van a llamar? ¿Qué ocurre cuando se introducen nuevos servicios o se refactorizan los servicios existentes? ¿Cómo controlan los servicios la terminación SSL, TLS mutua, autenticación y otros problemas? </a:t>
            </a:r>
            <a:endParaRPr lang="es-CO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803C08-B211-2F66-AB6A-AFB09B377627}"/>
              </a:ext>
            </a:extLst>
          </p:cNvPr>
          <p:cNvSpPr txBox="1"/>
          <p:nvPr/>
        </p:nvSpPr>
        <p:spPr>
          <a:xfrm>
            <a:off x="1483895" y="6141257"/>
            <a:ext cx="7315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b="0" i="0" dirty="0">
                <a:effectLst/>
                <a:latin typeface="Segoe UI" panose="020B0502040204020203" pitchFamily="34" charset="0"/>
              </a:rPr>
              <a:t>Una puerta de enlace de API proporciona un punto de entrada centralizado para administrar interacciones entre clientes y servicios de aplicaciones. Actúa como proxy inverso y enruta las solicitudes de los clientes a los servicios adecuados. También puede realizar diversas tareas transversales, como autenticación, terminación SSL, TLS mutua y limitación de velocidad.</a:t>
            </a:r>
            <a:endParaRPr lang="es-CO" dirty="0"/>
          </a:p>
        </p:txBody>
      </p:sp>
      <p:pic>
        <p:nvPicPr>
          <p:cNvPr id="1026" name="Picture 2" descr="de una puerta de enlace de API">
            <a:extLst>
              <a:ext uri="{FF2B5EF4-FFF2-40B4-BE49-F238E27FC236}">
                <a16:creationId xmlns:a16="http://schemas.microsoft.com/office/drawing/2014/main" id="{03C4315E-496D-9F16-8863-1E3092CAB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574" y="2528158"/>
            <a:ext cx="4745842" cy="345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0E4C1-F4C9-A447-18F5-4E9EE9C1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Qué es Amazon API Gateway? - Amazon API Gateway">
            <a:extLst>
              <a:ext uri="{FF2B5EF4-FFF2-40B4-BE49-F238E27FC236}">
                <a16:creationId xmlns:a16="http://schemas.microsoft.com/office/drawing/2014/main" id="{2C1BA799-A6AB-67FB-8749-C81186D99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1638300"/>
            <a:ext cx="112395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0590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4D390-046B-30E5-4AD3-2786D1A4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l patrón de puerta de enlace de API frente a la comunicación directa de  cliente a microservicio - .NET | Microsoft Learn">
            <a:extLst>
              <a:ext uri="{FF2B5EF4-FFF2-40B4-BE49-F238E27FC236}">
                <a16:creationId xmlns:a16="http://schemas.microsoft.com/office/drawing/2014/main" id="{1A133A64-420A-E258-E1E6-1A3FE8550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619125"/>
            <a:ext cx="10896600" cy="699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989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8A4FC-EBCA-C01C-E3E1-34060466B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576201-C7D2-8DD7-A60C-A04EB8FC0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51" y="449750"/>
            <a:ext cx="13196497" cy="754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F54A9-3BE0-E436-6C33-15E80B600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49C1F1-9518-6CA7-C655-227C192C6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34" y="2735460"/>
            <a:ext cx="12589331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71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BD78-54D3-46FA-4925-46C54A774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13B6C3-85E0-D9AA-2D86-7EDB0C1A7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412" y="106332"/>
            <a:ext cx="11941575" cy="801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764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3DF2-29BE-B841-69F5-97158179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4B5EDC-F13B-4526-D4CA-C40E8EA21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286" y="1329448"/>
            <a:ext cx="9083827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0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87039-1E32-E416-4A3A-25D0AF1EF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E90B54-147A-79FA-16FB-95B315810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925" y="1085587"/>
            <a:ext cx="9350550" cy="60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300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3003-7E3E-D5DD-41FF-9C8A19DF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DF1D14-EE58-C689-EA3F-466844444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305" y="1161794"/>
            <a:ext cx="9807790" cy="59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368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E4D5B-1FEB-573F-4923-D191E819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7BAD2F-4D15-3066-F7A6-16AF0E855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61" y="971277"/>
            <a:ext cx="10135478" cy="628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177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42526-863D-57BE-696A-EE2B29C1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1E7C39-3F65-288F-D71B-CD3264B86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550" y="910312"/>
            <a:ext cx="11545300" cy="640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32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16A88-D289-1D34-2880-9FC672C0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B1A6F4-56A6-F822-5738-F9756C7AE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988" y="3097442"/>
            <a:ext cx="6500423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93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56EF2-6162-F69A-1E37-970161D1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800DC6-4A37-6E22-447F-518D0EBE8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754" y="948415"/>
            <a:ext cx="10066892" cy="633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92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CAACB-55D1-6DC9-8907-EE343ED2E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5032CD-5FE1-A273-39BD-954F4CD6D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650" y="952226"/>
            <a:ext cx="10143099" cy="63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89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486B3-F975-8B30-C6DB-4F05214C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B61619-81FB-E8DA-A888-F0579B85C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943" y="982708"/>
            <a:ext cx="10074513" cy="626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73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6BE1-6572-44C2-4A31-7D9F23D0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47C430-C32C-A6B0-E245-7E24C3627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273" y="830295"/>
            <a:ext cx="11453853" cy="65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15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C15C5-8DB6-42ED-D7A5-10031FDD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41F0A9-2095-FB37-F8D6-34522580E578}"/>
              </a:ext>
            </a:extLst>
          </p:cNvPr>
          <p:cNvSpPr txBox="1"/>
          <p:nvPr/>
        </p:nvSpPr>
        <p:spPr>
          <a:xfrm>
            <a:off x="3657600" y="595610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CO" dirty="0"/>
              <a:t>Un </a:t>
            </a:r>
            <a:r>
              <a:rPr lang="es-CO" b="1" dirty="0"/>
              <a:t>contenedor</a:t>
            </a:r>
            <a:r>
              <a:rPr lang="es-CO" dirty="0"/>
              <a:t> es una </a:t>
            </a:r>
            <a:r>
              <a:rPr lang="es-CO" b="1" dirty="0"/>
              <a:t>unidad ligera de software</a:t>
            </a:r>
            <a:r>
              <a:rPr lang="es-CO" dirty="0"/>
              <a:t> que empaqueta:</a:t>
            </a:r>
          </a:p>
          <a:p>
            <a:pPr algn="just"/>
            <a:endParaRPr lang="es-CO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dirty="0"/>
              <a:t>El código de la aplicación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dirty="0"/>
              <a:t>Sus dependencias (librerías, </a:t>
            </a:r>
            <a:r>
              <a:rPr lang="es-CO" dirty="0" err="1"/>
              <a:t>runtime</a:t>
            </a:r>
            <a:r>
              <a:rPr lang="es-CO" dirty="0"/>
              <a:t>, variables de entorno)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E1B0E-3E09-15F0-9652-C0C75FE36171}"/>
              </a:ext>
            </a:extLst>
          </p:cNvPr>
          <p:cNvSpPr txBox="1"/>
          <p:nvPr/>
        </p:nvSpPr>
        <p:spPr>
          <a:xfrm>
            <a:off x="3657600" y="234898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dirty="0"/>
              <a:t>Diferencia con una máquina virtual (VM)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515B2E-38F5-DFDA-D8F4-C2DC4ECCD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271157"/>
              </p:ext>
            </p:extLst>
          </p:nvPr>
        </p:nvGraphicFramePr>
        <p:xfrm>
          <a:off x="1184275" y="3271361"/>
          <a:ext cx="11826875" cy="3383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49650">
                  <a:extLst>
                    <a:ext uri="{9D8B030D-6E8A-4147-A177-3AD203B41FA5}">
                      <a16:colId xmlns:a16="http://schemas.microsoft.com/office/drawing/2014/main" val="3872245337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3252783"/>
                    </a:ext>
                  </a:extLst>
                </a:gridCol>
                <a:gridCol w="4210050">
                  <a:extLst>
                    <a:ext uri="{9D8B030D-6E8A-4147-A177-3AD203B41FA5}">
                      <a16:colId xmlns:a16="http://schemas.microsoft.com/office/drawing/2014/main" val="155021491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 b="1" dirty="0"/>
                        <a:t>Característica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 b="1" dirty="0"/>
                        <a:t>Contenedor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 b="1" dirty="0"/>
                        <a:t>Máquina Virtual (VM)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7663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 b="1"/>
                        <a:t>Peso</a:t>
                      </a:r>
                      <a:endParaRPr lang="es-CO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/>
                        <a:t>Ligero (MBs)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/>
                        <a:t>Pesado (GBs)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2464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 b="1" dirty="0"/>
                        <a:t>Velocidad de arranque</a:t>
                      </a:r>
                      <a:endParaRPr lang="es-CO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/>
                        <a:t>Segundos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/>
                        <a:t>Minutos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4719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 b="1"/>
                        <a:t>Kernel</a:t>
                      </a:r>
                      <a:endParaRPr lang="es-CO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/>
                        <a:t>Comparte el </a:t>
                      </a:r>
                      <a:r>
                        <a:rPr lang="es-CO" sz="1800" b="1"/>
                        <a:t>mismo kernel</a:t>
                      </a:r>
                      <a:r>
                        <a:rPr lang="es-CO" sz="1800"/>
                        <a:t> del SO 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/>
                        <a:t>Cada VM tiene </a:t>
                      </a:r>
                      <a:r>
                        <a:rPr lang="es-CO" sz="1800" b="1"/>
                        <a:t>su propio kernel</a:t>
                      </a:r>
                      <a:r>
                        <a:rPr lang="es-CO" sz="1800"/>
                        <a:t> dentro de un SO completo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7994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 b="1"/>
                        <a:t>Aislamiento</a:t>
                      </a:r>
                      <a:endParaRPr lang="es-CO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/>
                        <a:t>A nivel de procesos y namespaces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/>
                        <a:t>A nivel de hardware virtualizado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91515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 b="1"/>
                        <a:t>Uso de recursos</a:t>
                      </a:r>
                      <a:endParaRPr lang="es-CO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/>
                        <a:t>Muy eficiente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/>
                        <a:t>Consume más CPU, RAM y disco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99013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 b="1"/>
                        <a:t>Casos de uso</a:t>
                      </a:r>
                      <a:endParaRPr lang="es-CO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/>
                        <a:t>Microservicios, despliegue rápido, CI/CD, escalado ágil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800" dirty="0"/>
                        <a:t>Sistemas que requieren entornos totalmente distintos (ej. Windows en Linux) o fuerte seguridad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337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4565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D5BF3-4F7A-CA2A-01DC-C22DC256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75FCBD-45EE-93C9-DA6A-6E4FE13222E0}"/>
              </a:ext>
            </a:extLst>
          </p:cNvPr>
          <p:cNvSpPr txBox="1"/>
          <p:nvPr/>
        </p:nvSpPr>
        <p:spPr>
          <a:xfrm>
            <a:off x="2590800" y="1845826"/>
            <a:ext cx="9448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/>
              <a:t>Si corres 3 contenedores de Node.js en Docker → todos comparten el mismo </a:t>
            </a:r>
            <a:r>
              <a:rPr lang="es-CO" sz="2000" dirty="0" err="1"/>
              <a:t>kernel</a:t>
            </a:r>
            <a:r>
              <a:rPr lang="es-CO" sz="2000" dirty="0"/>
              <a:t> Linux del host, cada uno aislado.</a:t>
            </a:r>
          </a:p>
          <a:p>
            <a:pPr algn="just">
              <a:buNone/>
            </a:pPr>
            <a:endParaRPr lang="es-CO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/>
              <a:t>Si corres 3 máquinas virtuales → cada VM trae su propio SO (Ubuntu, Debian, Windows, etc.), con su </a:t>
            </a:r>
            <a:r>
              <a:rPr lang="es-CO" sz="2000" dirty="0" err="1"/>
              <a:t>kernel</a:t>
            </a:r>
            <a:r>
              <a:rPr lang="es-CO" sz="2000" dirty="0"/>
              <a:t> y sistema completo, encima del hipervisor (ej. VirtualBox, VMware, </a:t>
            </a:r>
            <a:r>
              <a:rPr lang="es-CO" sz="2000" dirty="0" err="1"/>
              <a:t>Hyper</a:t>
            </a:r>
            <a:r>
              <a:rPr lang="es-CO" sz="2000" dirty="0"/>
              <a:t>-V).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BD99DD-69ED-8759-0A88-FA967D237C3A}"/>
              </a:ext>
            </a:extLst>
          </p:cNvPr>
          <p:cNvSpPr txBox="1"/>
          <p:nvPr/>
        </p:nvSpPr>
        <p:spPr>
          <a:xfrm>
            <a:off x="3657600" y="739259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dirty="0"/>
              <a:t>Ejemplo práctico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2096F-2308-2FF6-C560-7A02705CAF8A}"/>
              </a:ext>
            </a:extLst>
          </p:cNvPr>
          <p:cNvSpPr txBox="1"/>
          <p:nvPr/>
        </p:nvSpPr>
        <p:spPr>
          <a:xfrm>
            <a:off x="2590800" y="4817626"/>
            <a:ext cx="9448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/>
              <a:t>Máquina virtual: como tener tres casas completas, cada una con cimientos, paredes, cocina y baño.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/>
              <a:t>Contenedor: como tener tres apartamentos dentro del mismo edificio, comparten la estructura pero cada uno tiene su espacio privado.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40D9A-2B0E-AF2C-BDA4-FC71E2A37BD9}"/>
              </a:ext>
            </a:extLst>
          </p:cNvPr>
          <p:cNvSpPr txBox="1"/>
          <p:nvPr/>
        </p:nvSpPr>
        <p:spPr>
          <a:xfrm>
            <a:off x="3657600" y="4244728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</a:t>
            </a:r>
            <a:r>
              <a:rPr lang="es-CO" sz="2000" dirty="0" err="1"/>
              <a:t>nalogía</a:t>
            </a:r>
            <a:r>
              <a:rPr lang="es-CO" sz="2000" dirty="0"/>
              <a:t> sencilla</a:t>
            </a:r>
          </a:p>
        </p:txBody>
      </p:sp>
    </p:spTree>
    <p:extLst>
      <p:ext uri="{BB962C8B-B14F-4D97-AF65-F5344CB8AC3E}">
        <p14:creationId xmlns:p14="http://schemas.microsoft.com/office/powerpoint/2010/main" val="2474218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2D7D0-C6F4-4AF6-066F-BF9878CC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BDB0EC-5B4E-3EEF-F31D-0FEF2E130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666" y="1283724"/>
            <a:ext cx="9541067" cy="56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45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B8FC3-3FE2-646D-3DFD-0002B8D4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C22145-81EE-DAD1-CAD6-47B1371AB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392" y="1173225"/>
            <a:ext cx="10333615" cy="58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85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90778-8C97-B62E-FCC1-5542F7B42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7D0CA7-082B-43F9-596D-E58A43005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353" y="0"/>
            <a:ext cx="11827693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43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F437010-B234-166F-5055-7A45DE08A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51" y="796002"/>
            <a:ext cx="12429297" cy="66375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464FB-47D1-BC55-92F6-A2841C75E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632173-3D67-C420-366E-186D144EC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084" y="395917"/>
            <a:ext cx="11446232" cy="743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273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EF43C-0D82-5E45-ABC3-D2FF591A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CB8BE3-1669-5972-8288-E016D2478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240" y="876019"/>
            <a:ext cx="12215919" cy="64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51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84654-2B3A-6753-1C6A-6C0D681A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54DAB3-F52D-79E1-EA41-97E85594E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012" y="2312514"/>
            <a:ext cx="9876376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82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5FE49-B161-F315-CBD6-5AFF1357D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71C58-8EC8-3D39-1652-8BAAB4473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57"/>
          <a:stretch/>
        </p:blipFill>
        <p:spPr>
          <a:xfrm>
            <a:off x="2411305" y="1810437"/>
            <a:ext cx="9807790" cy="460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37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2BDE1-ACBB-073D-E52B-9E65E25D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AB8DE0-8C9E-5818-CA35-DC4844B52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969" y="2491599"/>
            <a:ext cx="5334462" cy="3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0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30577-A9E8-035E-5EAD-B5D0B81D0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B52F8-C60E-8F53-AEEA-1C4EADE4C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20" y="1348500"/>
            <a:ext cx="12231160" cy="55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909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095F2-8BCE-3237-0A04-4E772EAA7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ABEFB8-567C-8B62-7DAE-73EE337A8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809" y="0"/>
            <a:ext cx="11026781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02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0C536-A001-24A6-07E9-2DEE41C3F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9EA9CE-3D14-3236-E025-CDE270587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841" y="1672378"/>
            <a:ext cx="10592718" cy="488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159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866F3-727D-6182-7F87-C1EDFFA4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04F402-7AD2-6C65-854B-780ABC233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480" y="1638085"/>
            <a:ext cx="11301439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80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24523-457B-C0ED-C752-6D88E42B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78983A-1FDA-0613-4249-55ED8DFCC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187" y="1443758"/>
            <a:ext cx="11370025" cy="53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582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E3DA-5F5F-8C0B-5C36-68D5A8DBA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FFCE29-C14A-790A-A50B-AB80F3483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375" y="1058915"/>
            <a:ext cx="10493649" cy="611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597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FD1CA-C93D-90FA-FF0D-0243D4C9C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9FF4A1-4E05-D3EC-1B2E-8652DA9A6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979" y="1481862"/>
            <a:ext cx="10638442" cy="52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007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E3BFA-02C9-2CF2-8533-C623CF2A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E252EB-637D-CF53-7CF4-7BA5B821F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734" y="1836222"/>
            <a:ext cx="8900931" cy="455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40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9EDD5-7C5D-7E10-FA41-CA0CEAE9C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A6CF61-B261-EDFC-5030-D504636C1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946" y="735037"/>
            <a:ext cx="11400508" cy="67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88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E232B-4969-2087-4F20-E481281F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rstand Dockerfile. Dockerfile is the basic concept for… | by Rocky Chen  | The Startup | Medium">
            <a:extLst>
              <a:ext uri="{FF2B5EF4-FFF2-40B4-BE49-F238E27FC236}">
                <a16:creationId xmlns:a16="http://schemas.microsoft.com/office/drawing/2014/main" id="{A86F6E0D-28C8-0D5A-22D1-AF9160AE5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890713"/>
            <a:ext cx="13335000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4437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33FD-FD48-0D66-3B03-A4C0FE54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8B10FD1-543E-3D40-F262-1D7732129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A18EDF4-1439-96B9-ED64-E2A3E9C775C9}"/>
              </a:ext>
            </a:extLst>
          </p:cNvPr>
          <p:cNvSpPr/>
          <p:nvPr/>
        </p:nvSpPr>
        <p:spPr>
          <a:xfrm>
            <a:off x="793790" y="3995857"/>
            <a:ext cx="12290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s-CO" sz="4450" b="1" noProof="0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¿Qué es Docker y por qué lo usamos?</a:t>
            </a:r>
            <a:endParaRPr lang="es-CO" sz="4450" noProof="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D4BC979B-CDAE-86B8-6612-78A277E479D5}"/>
              </a:ext>
            </a:extLst>
          </p:cNvPr>
          <p:cNvSpPr/>
          <p:nvPr/>
        </p:nvSpPr>
        <p:spPr>
          <a:xfrm>
            <a:off x="793790" y="5044797"/>
            <a:ext cx="4196358" cy="2024182"/>
          </a:xfrm>
          <a:prstGeom prst="roundRect">
            <a:avLst>
              <a:gd name="adj" fmla="val 168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s-CO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FAE020C-2E8F-2EF5-22D9-025AF7139D66}"/>
              </a:ext>
            </a:extLst>
          </p:cNvPr>
          <p:cNvSpPr/>
          <p:nvPr/>
        </p:nvSpPr>
        <p:spPr>
          <a:xfrm>
            <a:off x="1020604" y="5271611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CO" sz="2200" b="1" noProof="0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Contenedores Aislados</a:t>
            </a:r>
            <a:endParaRPr lang="es-CO" sz="2200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325CE10-4A50-2D87-A7B6-DBF28C621586}"/>
              </a:ext>
            </a:extLst>
          </p:cNvPr>
          <p:cNvSpPr/>
          <p:nvPr/>
        </p:nvSpPr>
        <p:spPr>
          <a:xfrm>
            <a:off x="1020604" y="611636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CO" sz="1750" noProof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Docker ejecuta aplicaciones en entornos portables.</a:t>
            </a:r>
            <a:endParaRPr lang="es-CO" sz="1750" noProof="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7943803-5A68-9EC8-62EC-178BC76ED2D8}"/>
              </a:ext>
            </a:extLst>
          </p:cNvPr>
          <p:cNvSpPr/>
          <p:nvPr/>
        </p:nvSpPr>
        <p:spPr>
          <a:xfrm>
            <a:off x="5216962" y="5044797"/>
            <a:ext cx="4196358" cy="2024182"/>
          </a:xfrm>
          <a:prstGeom prst="roundRect">
            <a:avLst>
              <a:gd name="adj" fmla="val 168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s-CO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2404DD4-A79B-4CD9-DE9C-63ACDCE3EA68}"/>
              </a:ext>
            </a:extLst>
          </p:cNvPr>
          <p:cNvSpPr/>
          <p:nvPr/>
        </p:nvSpPr>
        <p:spPr>
          <a:xfrm>
            <a:off x="5443776" y="5271611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CO" sz="2200" b="1" noProof="0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Consistencia de Entorno</a:t>
            </a:r>
            <a:endParaRPr lang="es-CO" sz="22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AC2A0CA-F482-2C4E-AB24-56E1B9671440}"/>
              </a:ext>
            </a:extLst>
          </p:cNvPr>
          <p:cNvSpPr/>
          <p:nvPr/>
        </p:nvSpPr>
        <p:spPr>
          <a:xfrm>
            <a:off x="5443776" y="611636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CO" sz="1750" noProof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"Funciona en mi máquina" = "funciona en cualquier lugar".</a:t>
            </a:r>
            <a:endParaRPr lang="es-CO" sz="1750" noProof="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82C3BA6-6AEF-D818-E9F3-3B6E855DA114}"/>
              </a:ext>
            </a:extLst>
          </p:cNvPr>
          <p:cNvSpPr/>
          <p:nvPr/>
        </p:nvSpPr>
        <p:spPr>
          <a:xfrm>
            <a:off x="9640133" y="5044797"/>
            <a:ext cx="4196358" cy="2024182"/>
          </a:xfrm>
          <a:prstGeom prst="roundRect">
            <a:avLst>
              <a:gd name="adj" fmla="val 168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s-CO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DBC0213-3D1E-5C2B-6D1D-90B2E6FE3293}"/>
              </a:ext>
            </a:extLst>
          </p:cNvPr>
          <p:cNvSpPr/>
          <p:nvPr/>
        </p:nvSpPr>
        <p:spPr>
          <a:xfrm>
            <a:off x="9866948" y="5271611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CO" sz="2200" b="1" noProof="0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Imágenes Reutilizables</a:t>
            </a:r>
            <a:endParaRPr lang="es-CO" sz="2200" noProof="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DEE5EDF-12FE-729B-EB64-61397DBF5559}"/>
              </a:ext>
            </a:extLst>
          </p:cNvPr>
          <p:cNvSpPr/>
          <p:nvPr/>
        </p:nvSpPr>
        <p:spPr>
          <a:xfrm>
            <a:off x="9866948" y="611636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CO" sz="1750" noProof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Crea imágenes de servicios para entornos locales y nube.</a:t>
            </a:r>
            <a:endParaRPr lang="es-CO" sz="1750" noProof="0" dirty="0"/>
          </a:p>
        </p:txBody>
      </p:sp>
    </p:spTree>
    <p:extLst>
      <p:ext uri="{BB962C8B-B14F-4D97-AF65-F5344CB8AC3E}">
        <p14:creationId xmlns:p14="http://schemas.microsoft.com/office/powerpoint/2010/main" val="42176053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45644"/>
            <a:ext cx="85313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s-CO" sz="4450" b="1" noProof="0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¿Qué es Docker </a:t>
            </a:r>
            <a:r>
              <a:rPr lang="es-CO" sz="4450" b="1" noProof="0" dirty="0" err="1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Compose</a:t>
            </a:r>
            <a:r>
              <a:rPr lang="es-CO" sz="4450" b="1" noProof="0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?</a:t>
            </a:r>
            <a:endParaRPr lang="es-CO" sz="4450" noProof="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43423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2529245"/>
            <a:ext cx="40077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CO" sz="2200" b="1" noProof="0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Conexión de Servicios</a:t>
            </a:r>
            <a:endParaRPr lang="es-CO" sz="2200" noProof="0" dirty="0"/>
          </a:p>
        </p:txBody>
      </p:sp>
      <p:sp>
        <p:nvSpPr>
          <p:cNvPr id="6" name="Text 2"/>
          <p:cNvSpPr/>
          <p:nvPr/>
        </p:nvSpPr>
        <p:spPr>
          <a:xfrm>
            <a:off x="1587579" y="3019663"/>
            <a:ext cx="8591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CO" sz="1750" noProof="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Define y conecta múltiples microservicios entre sí.</a:t>
            </a:r>
            <a:endParaRPr lang="es-CO" sz="1750" noProof="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87584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87579" y="3970853"/>
            <a:ext cx="52611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CO" sz="2200" b="1" noProof="0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Configuración Centralizada</a:t>
            </a:r>
            <a:endParaRPr lang="es-CO" sz="2200" noProof="0" dirty="0"/>
          </a:p>
        </p:txBody>
      </p:sp>
      <p:sp>
        <p:nvSpPr>
          <p:cNvPr id="9" name="Text 4"/>
          <p:cNvSpPr/>
          <p:nvPr/>
        </p:nvSpPr>
        <p:spPr>
          <a:xfrm>
            <a:off x="1587579" y="4461272"/>
            <a:ext cx="8591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CO" sz="1750" noProof="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Configura bases de datos y variables de entorno.</a:t>
            </a:r>
            <a:endParaRPr lang="es-CO" sz="1750" noProof="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317450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87579" y="5412462"/>
            <a:ext cx="41028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CO" sz="2200" b="1" noProof="0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Orquestación Sencilla</a:t>
            </a:r>
            <a:endParaRPr lang="es-CO" sz="2200" noProof="0" dirty="0"/>
          </a:p>
        </p:txBody>
      </p:sp>
      <p:sp>
        <p:nvSpPr>
          <p:cNvPr id="12" name="Text 6"/>
          <p:cNvSpPr/>
          <p:nvPr/>
        </p:nvSpPr>
        <p:spPr>
          <a:xfrm>
            <a:off x="1587579" y="5902881"/>
            <a:ext cx="8591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CO" sz="1750" noProof="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 solo comando levanta todo el sistema.</a:t>
            </a:r>
            <a:endParaRPr lang="es-CO" sz="1750" noProof="0" dirty="0"/>
          </a:p>
        </p:txBody>
      </p:sp>
      <p:sp>
        <p:nvSpPr>
          <p:cNvPr id="13" name="Text 7"/>
          <p:cNvSpPr/>
          <p:nvPr/>
        </p:nvSpPr>
        <p:spPr>
          <a:xfrm>
            <a:off x="793790" y="6520934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CO" sz="1750" noProof="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Docker </a:t>
            </a:r>
            <a:r>
              <a:rPr lang="es-CO" sz="1750" noProof="0" dirty="0" err="1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Compose</a:t>
            </a:r>
            <a:r>
              <a:rPr lang="es-CO" sz="1750" noProof="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utiliza </a:t>
            </a:r>
            <a:r>
              <a:rPr lang="es-CO" sz="1750" b="1" noProof="0" dirty="0" err="1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docker-compose.yml</a:t>
            </a:r>
            <a:r>
              <a:rPr lang="es-CO" sz="1750" noProof="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para definir la orquestación.</a:t>
            </a:r>
            <a:endParaRPr lang="es-CO" sz="175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AF554-9E09-C169-BB22-60F011288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730E8C-66D3-5060-9190-6449642F5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203" y="1798119"/>
            <a:ext cx="10767993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092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144A8-B8D2-84E2-9D51-B77C0E55B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C1D8A1-E302-CA18-B759-2842E8460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874" y="1001760"/>
            <a:ext cx="9830652" cy="62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771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17D6-7BD8-AA3D-814F-665F395C1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B629B-810F-8586-A090-2E1608B57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564" y="925553"/>
            <a:ext cx="10059272" cy="63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812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7697-6206-A459-3807-2EEE2529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and Why of Docker Compose?. What is Docker Compose? | by Javeriasohail  | DevOps.dev">
            <a:extLst>
              <a:ext uri="{FF2B5EF4-FFF2-40B4-BE49-F238E27FC236}">
                <a16:creationId xmlns:a16="http://schemas.microsoft.com/office/drawing/2014/main" id="{FD81243B-8BED-26B2-D285-E6D6A38C6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485" y="2016793"/>
            <a:ext cx="11451429" cy="375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8248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2EF0D-5330-165B-C2C0-CD188AE21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ockerize ASP.NET Core API and SQL Server">
            <a:extLst>
              <a:ext uri="{FF2B5EF4-FFF2-40B4-BE49-F238E27FC236}">
                <a16:creationId xmlns:a16="http://schemas.microsoft.com/office/drawing/2014/main" id="{A54C83C4-D7F3-F5A4-B277-0A600DFB9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0" y="1590675"/>
            <a:ext cx="8572500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7772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3462-46F6-E17D-35EF-59997AF9C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904054-9BD2-FC83-8344-63F1CAAE6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01" y="326536"/>
            <a:ext cx="13134597" cy="757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853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EEE47-A93D-A403-1635-B42E01B00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F10273-72B0-DE70-3A61-915C559F9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737" y="1801929"/>
            <a:ext cx="10226926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300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15B3-CDFD-8881-23CA-BEFD2029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01C33F-B342-EB1F-2EB1-D0F769101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014" y="1519965"/>
            <a:ext cx="10760372" cy="51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83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0BBDC-B6C8-1BEA-6EF7-EB32E8CAB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D5632D-8544-6158-896C-ACE74572C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409" y="1043674"/>
            <a:ext cx="10173582" cy="614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38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271EA-A76E-050C-130F-722C9011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60914E-5345-239B-E891-8DE459EF1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841" y="929364"/>
            <a:ext cx="10592718" cy="637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86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5976C-74CA-FC31-826F-BB54E7B3B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FC48F2-F057-F9AA-5997-49EC12B54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306" y="1344690"/>
            <a:ext cx="10249788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878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9859A-7F9D-D5DC-A6D0-0E1AF8E6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4B3E12-41EE-6B67-1495-2561E4790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392" y="1344690"/>
            <a:ext cx="10333615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935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FD504-EE60-AA98-B332-37614E54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8CC395-E23B-6A98-8381-F14A3A5C5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357" y="1302776"/>
            <a:ext cx="10211685" cy="562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62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0E437-7FB8-008F-34B4-D3384CB94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6C9A9-0D9B-669B-13C4-AD2DB0103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306" y="1283724"/>
            <a:ext cx="10249788" cy="56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087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5737-0612-76AE-9DCF-2B0F32968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8EEA4D-625E-CBFC-791F-588F233DC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788" y="1253242"/>
            <a:ext cx="10188823" cy="57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518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1A1D4-A4C7-C5B2-69F1-B4E003A88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202F96-B269-ED92-8B60-9BC8457C9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841" y="1268483"/>
            <a:ext cx="10592718" cy="56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943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9F322-392F-6F89-9886-2106ECCA8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C87D11-9D5E-AFF4-EF9A-ECA7686B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668" y="1340879"/>
            <a:ext cx="10425063" cy="554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311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1E479-166E-31BD-ED4F-F44D3B30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58DD50-7FBC-FF72-CA97-A01EAA283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720" y="1283724"/>
            <a:ext cx="10386960" cy="56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7426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C5534-347F-E9B5-6D4D-DC10140EE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00CC36-7E39-6E0F-E28E-28D7587BA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289" y="1310397"/>
            <a:ext cx="10409822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281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2C2E6-D96F-EF59-7416-AFB64D9E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8D7B38-B3FD-0CC6-4A00-8CC56F57B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099" y="1287535"/>
            <a:ext cx="10402201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816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ABBF-736A-14E5-4DEF-25D83DF53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5842F1-D9CA-D969-F752-8705E41E3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926" y="1211328"/>
            <a:ext cx="10234547" cy="580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359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A7BB3-9A87-6AA2-3276-A4B1BE172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1C462A-A870-5FB2-766E-F64AF3B20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478" y="1325638"/>
            <a:ext cx="10417443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661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B8CE6-237F-E625-AFDC-31D5A3593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098530-F57B-875D-58F2-90C7463BE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926" y="1249431"/>
            <a:ext cx="10234547" cy="57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7812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4C40-0248-BFAF-1AF9-4686D529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4DC3A4-0DB3-D29F-28B6-D3C979103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409" y="1287535"/>
            <a:ext cx="10173582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328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FF4E8-DAF9-FB20-CABB-07886C823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8AB564-CBA3-228F-ACE5-A8394ADC2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03" y="782700"/>
            <a:ext cx="13119794" cy="69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066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FA80-8592-84AD-CA51-8651D75E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4AD206-C3AD-33C7-0B34-9FF4BE04D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495" y="1283724"/>
            <a:ext cx="10257409" cy="56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969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6FF13-77AD-5C4F-E047-5CD6C111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828" y="0"/>
            <a:ext cx="14626743" cy="822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84B0C-918A-949F-D548-FF88341518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27" r="1511"/>
          <a:stretch>
            <a:fillRect/>
          </a:stretch>
        </p:blipFill>
        <p:spPr>
          <a:xfrm>
            <a:off x="20" y="1538"/>
            <a:ext cx="14630380" cy="822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680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B196C-955B-3D7B-29B4-EF4FD71EE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CA17BA-6453-7448-AB64-BA3C73F75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685" y="1378983"/>
            <a:ext cx="10265030" cy="5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7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C4081-3C27-9ADF-4365-4C6BA951B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A86C93-AEAD-77FC-7BFA-14A0E3697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892" y="1439948"/>
            <a:ext cx="10112616" cy="534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769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BE748-6F6C-3200-6F87-B6B677307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828" y="0"/>
            <a:ext cx="14626743" cy="822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B7BA1F-BA70-CBBF-2BD1-40EA9916A5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9" r="2733"/>
          <a:stretch>
            <a:fillRect/>
          </a:stretch>
        </p:blipFill>
        <p:spPr>
          <a:xfrm>
            <a:off x="20" y="1538"/>
            <a:ext cx="14630380" cy="822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7379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520AC-97C7-616C-0BA8-343C9ACB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4A4735-F080-D34B-E994-A59D9B37E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875" y="914122"/>
            <a:ext cx="10272650" cy="640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598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2E84-F795-B5CA-0CA3-37D106BB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DEE324-B10E-2D99-EAF5-7A2978E73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165" y="1077967"/>
            <a:ext cx="8878069" cy="60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572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3FE22-2122-26DE-508C-B4743F84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415337-BF9D-DB48-C987-0AE4C8F9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943" y="1039863"/>
            <a:ext cx="10074513" cy="61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4430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481B1-1DE0-C295-C46E-BCD24881A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3CF830-4492-2F65-530E-033FE82E9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514" y="1535206"/>
            <a:ext cx="10981372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2560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8533-7CFF-C0CB-06E0-F6E27E53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224B8B-6AFD-DF8B-2A9E-771CC2A72A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489"/>
          <a:stretch>
            <a:fillRect/>
          </a:stretch>
        </p:blipFill>
        <p:spPr>
          <a:xfrm>
            <a:off x="2201737" y="1310397"/>
            <a:ext cx="10226926" cy="434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9173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6917-3DC3-CA6F-CF41-05C7E0C6E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125D5E-525D-079E-BBD9-76DA3DA7F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737" y="1310397"/>
            <a:ext cx="10226926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5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857</Words>
  <Application>Microsoft Office PowerPoint</Application>
  <PresentationFormat>Custom</PresentationFormat>
  <Paragraphs>149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2" baseType="lpstr">
      <vt:lpstr>Hubot Sans Bold</vt:lpstr>
      <vt:lpstr>Roboto Condensed</vt:lpstr>
      <vt:lpstr>Segoe UI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Norbey Muñoz</cp:lastModifiedBy>
  <cp:revision>4</cp:revision>
  <dcterms:created xsi:type="dcterms:W3CDTF">2025-05-29T21:15:24Z</dcterms:created>
  <dcterms:modified xsi:type="dcterms:W3CDTF">2025-08-29T20:54:01Z</dcterms:modified>
</cp:coreProperties>
</file>