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335" r:id="rId5"/>
    <p:sldId id="467" r:id="rId6"/>
    <p:sldId id="468" r:id="rId7"/>
    <p:sldId id="266" r:id="rId8"/>
    <p:sldId id="466" r:id="rId9"/>
    <p:sldId id="337" r:id="rId10"/>
    <p:sldId id="336" r:id="rId11"/>
    <p:sldId id="469" r:id="rId12"/>
    <p:sldId id="470" r:id="rId13"/>
    <p:sldId id="471" r:id="rId14"/>
    <p:sldId id="473" r:id="rId15"/>
    <p:sldId id="474" r:id="rId16"/>
    <p:sldId id="475" r:id="rId17"/>
    <p:sldId id="476" r:id="rId18"/>
    <p:sldId id="477" r:id="rId19"/>
    <p:sldId id="479" r:id="rId20"/>
    <p:sldId id="480" r:id="rId21"/>
    <p:sldId id="481" r:id="rId22"/>
    <p:sldId id="482" r:id="rId23"/>
    <p:sldId id="484" r:id="rId24"/>
    <p:sldId id="485" r:id="rId25"/>
    <p:sldId id="486" r:id="rId26"/>
    <p:sldId id="487" r:id="rId27"/>
    <p:sldId id="483" r:id="rId28"/>
    <p:sldId id="488" r:id="rId29"/>
    <p:sldId id="489" r:id="rId30"/>
    <p:sldId id="490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guel Ángel Riaza" initials="MÁR" lastIdx="10" clrIdx="0">
    <p:extLst>
      <p:ext uri="{19B8F6BF-5375-455C-9EA6-DF929625EA0E}">
        <p15:presenceInfo xmlns:p15="http://schemas.microsoft.com/office/powerpoint/2012/main" userId="S::miguelriaza@fundacioncanal.onmicrosoft.com::41e52312-fc7a-4267-b916-9d3c61ba76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2" autoAdjust="0"/>
    <p:restoredTop sz="88889" autoAdjust="0"/>
  </p:normalViewPr>
  <p:slideViewPr>
    <p:cSldViewPr snapToGrid="0">
      <p:cViewPr varScale="1">
        <p:scale>
          <a:sx n="54" d="100"/>
          <a:sy n="54" d="100"/>
        </p:scale>
        <p:origin x="105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5-31T01:40:24.522" v="774" actId="47"/>
      <pc:docMkLst>
        <pc:docMk/>
      </pc:docMkLst>
      <pc:sldChg chg="delSp modSp mod">
        <pc:chgData name="Norbey Muñoz" userId="b7e811e8891ccd42" providerId="LiveId" clId="{2482167B-ADD3-4E68-AB8B-ADE9CECE27D0}" dt="2026-05-28T04:04:09.304" v="98" actId="113"/>
        <pc:sldMkLst>
          <pc:docMk/>
          <pc:sldMk cId="0" sldId="266"/>
        </pc:sldMkLst>
        <pc:spChg chg="mod">
          <ac:chgData name="Norbey Muñoz" userId="b7e811e8891ccd42" providerId="LiveId" clId="{2482167B-ADD3-4E68-AB8B-ADE9CECE27D0}" dt="2026-05-28T04:04:09.304" v="98" actId="113"/>
          <ac:spMkLst>
            <pc:docMk/>
            <pc:sldMk cId="0" sldId="266"/>
            <ac:spMk id="11" creationId="{E0018CA5-5459-4BCB-A1B3-253339E67FE0}"/>
          </ac:spMkLst>
        </pc:spChg>
        <pc:spChg chg="mod">
          <ac:chgData name="Norbey Muñoz" userId="b7e811e8891ccd42" providerId="LiveId" clId="{2482167B-ADD3-4E68-AB8B-ADE9CECE27D0}" dt="2026-05-28T03:57:58.666" v="26" actId="20577"/>
          <ac:spMkLst>
            <pc:docMk/>
            <pc:sldMk cId="0" sldId="266"/>
            <ac:spMk id="200" creationId="{00000000-0000-0000-0000-000000000000}"/>
          </ac:spMkLst>
        </pc:spChg>
      </pc:sldChg>
      <pc:sldChg chg="delSp modSp mod">
        <pc:chgData name="Norbey Muñoz" userId="b7e811e8891ccd42" providerId="LiveId" clId="{2482167B-ADD3-4E68-AB8B-ADE9CECE27D0}" dt="2026-05-28T03:57:35.467" v="5" actId="478"/>
        <pc:sldMkLst>
          <pc:docMk/>
          <pc:sldMk cId="2653307304" sldId="335"/>
        </pc:sldMkLst>
        <pc:spChg chg="mod">
          <ac:chgData name="Norbey Muñoz" userId="b7e811e8891ccd42" providerId="LiveId" clId="{2482167B-ADD3-4E68-AB8B-ADE9CECE27D0}" dt="2026-05-28T03:57:33.014" v="4" actId="20577"/>
          <ac:spMkLst>
            <pc:docMk/>
            <pc:sldMk cId="2653307304" sldId="335"/>
            <ac:spMk id="200" creationId="{DB49D5D5-303B-6D54-261D-51D2D748146B}"/>
          </ac:spMkLst>
        </pc:spChg>
      </pc:sldChg>
      <pc:sldChg chg="addSp delSp modSp mod">
        <pc:chgData name="Norbey Muñoz" userId="b7e811e8891ccd42" providerId="LiveId" clId="{2482167B-ADD3-4E68-AB8B-ADE9CECE27D0}" dt="2026-05-28T04:11:04.007" v="220" actId="113"/>
        <pc:sldMkLst>
          <pc:docMk/>
          <pc:sldMk cId="3934128141" sldId="336"/>
        </pc:sldMkLst>
        <pc:spChg chg="mod">
          <ac:chgData name="Norbey Muñoz" userId="b7e811e8891ccd42" providerId="LiveId" clId="{2482167B-ADD3-4E68-AB8B-ADE9CECE27D0}" dt="2026-05-28T04:10:18.687" v="210" actId="1076"/>
          <ac:spMkLst>
            <pc:docMk/>
            <pc:sldMk cId="3934128141" sldId="336"/>
            <ac:spMk id="11" creationId="{7F229D68-00E9-679E-F827-7918803C10BB}"/>
          </ac:spMkLst>
        </pc:spChg>
        <pc:spChg chg="mod">
          <ac:chgData name="Norbey Muñoz" userId="b7e811e8891ccd42" providerId="LiveId" clId="{2482167B-ADD3-4E68-AB8B-ADE9CECE27D0}" dt="2026-05-28T04:08:09.094" v="188" actId="790"/>
          <ac:spMkLst>
            <pc:docMk/>
            <pc:sldMk cId="3934128141" sldId="336"/>
            <ac:spMk id="200" creationId="{B51BDFE8-5476-0029-12D5-9E09EDB3EE3E}"/>
          </ac:spMkLst>
        </pc:spChg>
        <pc:graphicFrameChg chg="add mod modGraphic">
          <ac:chgData name="Norbey Muñoz" userId="b7e811e8891ccd42" providerId="LiveId" clId="{2482167B-ADD3-4E68-AB8B-ADE9CECE27D0}" dt="2026-05-28T04:11:04.007" v="220" actId="113"/>
          <ac:graphicFrameMkLst>
            <pc:docMk/>
            <pc:sldMk cId="3934128141" sldId="336"/>
            <ac:graphicFrameMk id="2" creationId="{51265B42-F4C8-27D8-A29D-00765410C975}"/>
          </ac:graphicFrameMkLst>
        </pc:graphicFrameChg>
      </pc:sldChg>
      <pc:sldChg chg="modSp mod">
        <pc:chgData name="Norbey Muñoz" userId="b7e811e8891ccd42" providerId="LiveId" clId="{2482167B-ADD3-4E68-AB8B-ADE9CECE27D0}" dt="2026-05-28T04:00:30.455" v="83" actId="20577"/>
        <pc:sldMkLst>
          <pc:docMk/>
          <pc:sldMk cId="1138249706" sldId="337"/>
        </pc:sldMkLst>
        <pc:spChg chg="mod">
          <ac:chgData name="Norbey Muñoz" userId="b7e811e8891ccd42" providerId="LiveId" clId="{2482167B-ADD3-4E68-AB8B-ADE9CECE27D0}" dt="2026-05-28T04:00:30.455" v="83" actId="20577"/>
          <ac:spMkLst>
            <pc:docMk/>
            <pc:sldMk cId="1138249706" sldId="337"/>
            <ac:spMk id="11" creationId="{68029933-EA70-658A-4257-8DC85C430AA6}"/>
          </ac:spMkLst>
        </pc:spChg>
        <pc:spChg chg="mod">
          <ac:chgData name="Norbey Muñoz" userId="b7e811e8891ccd42" providerId="LiveId" clId="{2482167B-ADD3-4E68-AB8B-ADE9CECE27D0}" dt="2026-05-28T04:00:02.587" v="75" actId="20577"/>
          <ac:spMkLst>
            <pc:docMk/>
            <pc:sldMk cId="1138249706" sldId="337"/>
            <ac:spMk id="200" creationId="{66BDEC2B-60D3-DD54-C1B9-EDD40FD643DE}"/>
          </ac:spMkLst>
        </pc:spChg>
      </pc:sldChg>
      <pc:sldChg chg="delSp add del">
        <pc:chgData name="Norbey Muñoz" userId="b7e811e8891ccd42" providerId="LiveId" clId="{2482167B-ADD3-4E68-AB8B-ADE9CECE27D0}" dt="2026-05-31T01:40:24.522" v="774" actId="47"/>
        <pc:sldMkLst>
          <pc:docMk/>
          <pc:sldMk cId="1044336225" sldId="338"/>
        </pc:sldMkLst>
      </pc:sldChg>
      <pc:sldChg chg="addSp delSp modSp add mod modClrScheme chgLayout">
        <pc:chgData name="Norbey Muñoz" userId="b7e811e8891ccd42" providerId="LiveId" clId="{2482167B-ADD3-4E68-AB8B-ADE9CECE27D0}" dt="2026-05-28T03:59:12.106" v="53" actId="26606"/>
        <pc:sldMkLst>
          <pc:docMk/>
          <pc:sldMk cId="2812952869" sldId="466"/>
        </pc:sldMkLst>
        <pc:picChg chg="add mod">
          <ac:chgData name="Norbey Muñoz" userId="b7e811e8891ccd42" providerId="LiveId" clId="{2482167B-ADD3-4E68-AB8B-ADE9CECE27D0}" dt="2026-05-28T03:59:12.106" v="53" actId="26606"/>
          <ac:picMkLst>
            <pc:docMk/>
            <pc:sldMk cId="2812952869" sldId="466"/>
            <ac:picMk id="1026" creationId="{1DD91C7F-02EF-6BBE-90E9-F638F7244C66}"/>
          </ac:picMkLst>
        </pc:picChg>
      </pc:sldChg>
      <pc:sldChg chg="addSp delSp modSp add mod">
        <pc:chgData name="Norbey Muñoz" userId="b7e811e8891ccd42" providerId="LiveId" clId="{2482167B-ADD3-4E68-AB8B-ADE9CECE27D0}" dt="2026-05-28T04:03:56.508" v="97" actId="1076"/>
        <pc:sldMkLst>
          <pc:docMk/>
          <pc:sldMk cId="1539335518" sldId="467"/>
        </pc:sldMkLst>
        <pc:picChg chg="add mod">
          <ac:chgData name="Norbey Muñoz" userId="b7e811e8891ccd42" providerId="LiveId" clId="{2482167B-ADD3-4E68-AB8B-ADE9CECE27D0}" dt="2026-05-28T04:03:56.508" v="97" actId="1076"/>
          <ac:picMkLst>
            <pc:docMk/>
            <pc:sldMk cId="1539335518" sldId="467"/>
            <ac:picMk id="2" creationId="{58BC235B-C295-A190-D14D-10CD14768463}"/>
          </ac:picMkLst>
        </pc:picChg>
        <pc:picChg chg="add mod">
          <ac:chgData name="Norbey Muñoz" userId="b7e811e8891ccd42" providerId="LiveId" clId="{2482167B-ADD3-4E68-AB8B-ADE9CECE27D0}" dt="2026-05-28T04:03:54.420" v="96" actId="1076"/>
          <ac:picMkLst>
            <pc:docMk/>
            <pc:sldMk cId="1539335518" sldId="467"/>
            <ac:picMk id="3" creationId="{1663518C-9ED8-BEBD-AC95-6C3B9726AF38}"/>
          </ac:picMkLst>
        </pc:picChg>
      </pc:sldChg>
      <pc:sldChg chg="addSp delSp modSp add mod ord">
        <pc:chgData name="Norbey Muñoz" userId="b7e811e8891ccd42" providerId="LiveId" clId="{2482167B-ADD3-4E68-AB8B-ADE9CECE27D0}" dt="2026-05-28T04:05:54.937" v="133"/>
        <pc:sldMkLst>
          <pc:docMk/>
          <pc:sldMk cId="2642884239" sldId="468"/>
        </pc:sldMkLst>
        <pc:spChg chg="mod">
          <ac:chgData name="Norbey Muñoz" userId="b7e811e8891ccd42" providerId="LiveId" clId="{2482167B-ADD3-4E68-AB8B-ADE9CECE27D0}" dt="2026-05-28T04:04:30.020" v="123" actId="1076"/>
          <ac:spMkLst>
            <pc:docMk/>
            <pc:sldMk cId="2642884239" sldId="468"/>
            <ac:spMk id="200" creationId="{6845F151-DFAE-E577-17C4-86D65D518917}"/>
          </ac:spMkLst>
        </pc:spChg>
        <pc:picChg chg="add mod">
          <ac:chgData name="Norbey Muñoz" userId="b7e811e8891ccd42" providerId="LiveId" clId="{2482167B-ADD3-4E68-AB8B-ADE9CECE27D0}" dt="2026-05-28T04:04:47.710" v="131" actId="1076"/>
          <ac:picMkLst>
            <pc:docMk/>
            <pc:sldMk cId="2642884239" sldId="468"/>
            <ac:picMk id="2" creationId="{92F260FA-12B5-45BE-5337-053381E67C6F}"/>
          </ac:picMkLst>
        </pc:picChg>
      </pc:sldChg>
      <pc:sldChg chg="addSp delSp modSp add mod ord modClrScheme chgLayout">
        <pc:chgData name="Norbey Muñoz" userId="b7e811e8891ccd42" providerId="LiveId" clId="{2482167B-ADD3-4E68-AB8B-ADE9CECE27D0}" dt="2026-05-28T04:23:43.991" v="290" actId="1076"/>
        <pc:sldMkLst>
          <pc:docMk/>
          <pc:sldMk cId="3536921612" sldId="469"/>
        </pc:sldMkLst>
        <pc:picChg chg="add mod">
          <ac:chgData name="Norbey Muñoz" userId="b7e811e8891ccd42" providerId="LiveId" clId="{2482167B-ADD3-4E68-AB8B-ADE9CECE27D0}" dt="2026-05-28T04:23:43.991" v="290" actId="1076"/>
          <ac:picMkLst>
            <pc:docMk/>
            <pc:sldMk cId="3536921612" sldId="469"/>
            <ac:picMk id="3" creationId="{07AE5928-CBB2-44A4-0EA0-C290B30403AC}"/>
          </ac:picMkLst>
        </pc:picChg>
      </pc:sldChg>
      <pc:sldChg chg="addSp delSp modSp add mod ord">
        <pc:chgData name="Norbey Muñoz" userId="b7e811e8891ccd42" providerId="LiveId" clId="{2482167B-ADD3-4E68-AB8B-ADE9CECE27D0}" dt="2026-05-28T04:13:25.232" v="268" actId="478"/>
        <pc:sldMkLst>
          <pc:docMk/>
          <pc:sldMk cId="2529859467" sldId="470"/>
        </pc:sldMkLst>
        <pc:spChg chg="mod">
          <ac:chgData name="Norbey Muñoz" userId="b7e811e8891ccd42" providerId="LiveId" clId="{2482167B-ADD3-4E68-AB8B-ADE9CECE27D0}" dt="2026-05-28T04:13:24.735" v="267" actId="14100"/>
          <ac:spMkLst>
            <pc:docMk/>
            <pc:sldMk cId="2529859467" sldId="470"/>
            <ac:spMk id="11" creationId="{AEFB03CF-26EC-BAF7-99B3-9557CF7C9EAB}"/>
          </ac:spMkLst>
        </pc:spChg>
        <pc:spChg chg="add del">
          <ac:chgData name="Norbey Muñoz" userId="b7e811e8891ccd42" providerId="LiveId" clId="{2482167B-ADD3-4E68-AB8B-ADE9CECE27D0}" dt="2026-05-28T04:13:25.232" v="268" actId="478"/>
          <ac:spMkLst>
            <pc:docMk/>
            <pc:sldMk cId="2529859467" sldId="470"/>
            <ac:spMk id="200" creationId="{18374224-0E98-BF76-EB7A-44943F0B16AF}"/>
          </ac:spMkLst>
        </pc:spChg>
      </pc:sldChg>
      <pc:sldChg chg="addSp delSp modSp add mod ord">
        <pc:chgData name="Norbey Muñoz" userId="b7e811e8891ccd42" providerId="LiveId" clId="{2482167B-ADD3-4E68-AB8B-ADE9CECE27D0}" dt="2026-05-28T04:29:23.386" v="295" actId="1076"/>
        <pc:sldMkLst>
          <pc:docMk/>
          <pc:sldMk cId="505132926" sldId="471"/>
        </pc:sldMkLst>
        <pc:picChg chg="add mod">
          <ac:chgData name="Norbey Muñoz" userId="b7e811e8891ccd42" providerId="LiveId" clId="{2482167B-ADD3-4E68-AB8B-ADE9CECE27D0}" dt="2026-05-28T04:29:23.386" v="295" actId="1076"/>
          <ac:picMkLst>
            <pc:docMk/>
            <pc:sldMk cId="505132926" sldId="471"/>
            <ac:picMk id="5" creationId="{FD79960B-ACD9-8210-9449-F51E039FEA5A}"/>
          </ac:picMkLst>
        </pc:picChg>
      </pc:sldChg>
      <pc:sldChg chg="addSp delSp modSp add mod ord">
        <pc:chgData name="Norbey Muñoz" userId="b7e811e8891ccd42" providerId="LiveId" clId="{2482167B-ADD3-4E68-AB8B-ADE9CECE27D0}" dt="2026-05-28T04:37:39.585" v="327" actId="1076"/>
        <pc:sldMkLst>
          <pc:docMk/>
          <pc:sldMk cId="2033352771" sldId="473"/>
        </pc:sldMkLst>
        <pc:spChg chg="add mod">
          <ac:chgData name="Norbey Muñoz" userId="b7e811e8891ccd42" providerId="LiveId" clId="{2482167B-ADD3-4E68-AB8B-ADE9CECE27D0}" dt="2026-05-28T04:37:39.585" v="327" actId="1076"/>
          <ac:spMkLst>
            <pc:docMk/>
            <pc:sldMk cId="2033352771" sldId="473"/>
            <ac:spMk id="6" creationId="{2B59D0F7-A5FB-9562-91AE-0F64AE4E4FD4}"/>
          </ac:spMkLst>
        </pc:spChg>
        <pc:spChg chg="mod">
          <ac:chgData name="Norbey Muñoz" userId="b7e811e8891ccd42" providerId="LiveId" clId="{2482167B-ADD3-4E68-AB8B-ADE9CECE27D0}" dt="2026-05-28T04:37:00.103" v="314" actId="1076"/>
          <ac:spMkLst>
            <pc:docMk/>
            <pc:sldMk cId="2033352771" sldId="473"/>
            <ac:spMk id="11" creationId="{1138BF95-F46D-7D9D-4F04-3F1A31044C25}"/>
          </ac:spMkLst>
        </pc:spChg>
        <pc:spChg chg="mod">
          <ac:chgData name="Norbey Muñoz" userId="b7e811e8891ccd42" providerId="LiveId" clId="{2482167B-ADD3-4E68-AB8B-ADE9CECE27D0}" dt="2026-05-28T04:30:08.801" v="301"/>
          <ac:spMkLst>
            <pc:docMk/>
            <pc:sldMk cId="2033352771" sldId="473"/>
            <ac:spMk id="200" creationId="{E0E69024-D062-53FA-0BBB-FB832FA3CA77}"/>
          </ac:spMkLst>
        </pc:spChg>
        <pc:graphicFrameChg chg="add mod modGraphic">
          <ac:chgData name="Norbey Muñoz" userId="b7e811e8891ccd42" providerId="LiveId" clId="{2482167B-ADD3-4E68-AB8B-ADE9CECE27D0}" dt="2026-05-28T04:37:02.808" v="315" actId="1076"/>
          <ac:graphicFrameMkLst>
            <pc:docMk/>
            <pc:sldMk cId="2033352771" sldId="473"/>
            <ac:graphicFrameMk id="3" creationId="{44C37CA0-FAD4-5B7D-8363-A6ACB46DFF43}"/>
          </ac:graphicFrameMkLst>
        </pc:graphicFrameChg>
      </pc:sldChg>
      <pc:sldChg chg="addSp delSp modSp add mod ord">
        <pc:chgData name="Norbey Muñoz" userId="b7e811e8891ccd42" providerId="LiveId" clId="{2482167B-ADD3-4E68-AB8B-ADE9CECE27D0}" dt="2026-05-28T04:49:11.647" v="337" actId="1076"/>
        <pc:sldMkLst>
          <pc:docMk/>
          <pc:sldMk cId="2621300168" sldId="474"/>
        </pc:sldMkLst>
        <pc:picChg chg="add mod">
          <ac:chgData name="Norbey Muñoz" userId="b7e811e8891ccd42" providerId="LiveId" clId="{2482167B-ADD3-4E68-AB8B-ADE9CECE27D0}" dt="2026-05-28T04:49:11.647" v="337" actId="1076"/>
          <ac:picMkLst>
            <pc:docMk/>
            <pc:sldMk cId="2621300168" sldId="474"/>
            <ac:picMk id="6" creationId="{BB25E381-1377-07E8-E930-9E3E7BE97C14}"/>
          </ac:picMkLst>
        </pc:picChg>
      </pc:sldChg>
      <pc:sldChg chg="delSp modSp add mod ord">
        <pc:chgData name="Norbey Muñoz" userId="b7e811e8891ccd42" providerId="LiveId" clId="{2482167B-ADD3-4E68-AB8B-ADE9CECE27D0}" dt="2026-05-28T04:54:42.156" v="411" actId="113"/>
        <pc:sldMkLst>
          <pc:docMk/>
          <pc:sldMk cId="2895462870" sldId="475"/>
        </pc:sldMkLst>
        <pc:spChg chg="mod">
          <ac:chgData name="Norbey Muñoz" userId="b7e811e8891ccd42" providerId="LiveId" clId="{2482167B-ADD3-4E68-AB8B-ADE9CECE27D0}" dt="2026-05-28T04:54:42.156" v="411" actId="113"/>
          <ac:spMkLst>
            <pc:docMk/>
            <pc:sldMk cId="2895462870" sldId="475"/>
            <ac:spMk id="11" creationId="{261D74EB-592E-8A65-708F-EB04FA13C7CF}"/>
          </ac:spMkLst>
        </pc:spChg>
        <pc:spChg chg="mod">
          <ac:chgData name="Norbey Muñoz" userId="b7e811e8891ccd42" providerId="LiveId" clId="{2482167B-ADD3-4E68-AB8B-ADE9CECE27D0}" dt="2026-05-28T04:49:58.377" v="343" actId="20577"/>
          <ac:spMkLst>
            <pc:docMk/>
            <pc:sldMk cId="2895462870" sldId="475"/>
            <ac:spMk id="200" creationId="{8FE37A3C-A55E-E386-62BE-40CB6CF28D0B}"/>
          </ac:spMkLst>
        </pc:spChg>
      </pc:sldChg>
      <pc:sldChg chg="addSp delSp modSp add mod ord">
        <pc:chgData name="Norbey Muñoz" userId="b7e811e8891ccd42" providerId="LiveId" clId="{2482167B-ADD3-4E68-AB8B-ADE9CECE27D0}" dt="2026-05-28T04:54:22.240" v="409" actId="1076"/>
        <pc:sldMkLst>
          <pc:docMk/>
          <pc:sldMk cId="1303088476" sldId="476"/>
        </pc:sldMkLst>
        <pc:spChg chg="add mod">
          <ac:chgData name="Norbey Muñoz" userId="b7e811e8891ccd42" providerId="LiveId" clId="{2482167B-ADD3-4E68-AB8B-ADE9CECE27D0}" dt="2026-05-28T04:54:22.240" v="409" actId="1076"/>
          <ac:spMkLst>
            <pc:docMk/>
            <pc:sldMk cId="1303088476" sldId="476"/>
            <ac:spMk id="4" creationId="{FC5B6092-2468-BB98-F373-6B365D578F3E}"/>
          </ac:spMkLst>
        </pc:spChg>
        <pc:picChg chg="add mod">
          <ac:chgData name="Norbey Muñoz" userId="b7e811e8891ccd42" providerId="LiveId" clId="{2482167B-ADD3-4E68-AB8B-ADE9CECE27D0}" dt="2026-05-28T04:54:19.791" v="408" actId="1076"/>
          <ac:picMkLst>
            <pc:docMk/>
            <pc:sldMk cId="1303088476" sldId="476"/>
            <ac:picMk id="3" creationId="{2C949DCE-77C6-6AD7-FBB9-90F2FEF70053}"/>
          </ac:picMkLst>
        </pc:picChg>
      </pc:sldChg>
      <pc:sldChg chg="addSp delSp modSp add mod">
        <pc:chgData name="Norbey Muñoz" userId="b7e811e8891ccd42" providerId="LiveId" clId="{2482167B-ADD3-4E68-AB8B-ADE9CECE27D0}" dt="2026-05-28T04:56:29.051" v="419" actId="1076"/>
        <pc:sldMkLst>
          <pc:docMk/>
          <pc:sldMk cId="3180023966" sldId="477"/>
        </pc:sldMkLst>
        <pc:spChg chg="mod">
          <ac:chgData name="Norbey Muñoz" userId="b7e811e8891ccd42" providerId="LiveId" clId="{2482167B-ADD3-4E68-AB8B-ADE9CECE27D0}" dt="2026-05-28T04:56:16.357" v="414"/>
          <ac:spMkLst>
            <pc:docMk/>
            <pc:sldMk cId="3180023966" sldId="477"/>
            <ac:spMk id="4" creationId="{50024E6D-24CF-DFFF-F574-A60A51C6C95A}"/>
          </ac:spMkLst>
        </pc:spChg>
        <pc:picChg chg="add mod">
          <ac:chgData name="Norbey Muñoz" userId="b7e811e8891ccd42" providerId="LiveId" clId="{2482167B-ADD3-4E68-AB8B-ADE9CECE27D0}" dt="2026-05-28T04:56:29.051" v="419" actId="1076"/>
          <ac:picMkLst>
            <pc:docMk/>
            <pc:sldMk cId="3180023966" sldId="477"/>
            <ac:picMk id="5" creationId="{240D84D6-2A36-2600-9F40-250E0FA3DC43}"/>
          </ac:picMkLst>
        </pc:picChg>
      </pc:sldChg>
      <pc:sldChg chg="addSp delSp modSp add mod ord">
        <pc:chgData name="Norbey Muñoz" userId="b7e811e8891ccd42" providerId="LiveId" clId="{2482167B-ADD3-4E68-AB8B-ADE9CECE27D0}" dt="2026-05-28T14:35:11.515" v="442"/>
        <pc:sldMkLst>
          <pc:docMk/>
          <pc:sldMk cId="427900983" sldId="479"/>
        </pc:sldMkLst>
        <pc:spChg chg="mod">
          <ac:chgData name="Norbey Muñoz" userId="b7e811e8891ccd42" providerId="LiveId" clId="{2482167B-ADD3-4E68-AB8B-ADE9CECE27D0}" dt="2026-05-28T14:35:11.515" v="442"/>
          <ac:spMkLst>
            <pc:docMk/>
            <pc:sldMk cId="427900983" sldId="479"/>
            <ac:spMk id="4" creationId="{69B30D15-EFD5-C9CE-B9E0-926FE2E56618}"/>
          </ac:spMkLst>
        </pc:spChg>
        <pc:spChg chg="add mod">
          <ac:chgData name="Norbey Muñoz" userId="b7e811e8891ccd42" providerId="LiveId" clId="{2482167B-ADD3-4E68-AB8B-ADE9CECE27D0}" dt="2026-05-28T14:35:01.142" v="440" actId="1076"/>
          <ac:spMkLst>
            <pc:docMk/>
            <pc:sldMk cId="427900983" sldId="479"/>
            <ac:spMk id="200" creationId="{A8A6422F-45FA-3F4D-B28E-C3149349D3D8}"/>
          </ac:spMkLst>
        </pc:spChg>
        <pc:picChg chg="add mod">
          <ac:chgData name="Norbey Muñoz" userId="b7e811e8891ccd42" providerId="LiveId" clId="{2482167B-ADD3-4E68-AB8B-ADE9CECE27D0}" dt="2026-05-28T14:35:03.167" v="441" actId="1076"/>
          <ac:picMkLst>
            <pc:docMk/>
            <pc:sldMk cId="427900983" sldId="479"/>
            <ac:picMk id="3" creationId="{CBB80EBB-ADFE-47FE-E4FB-F7BCC6C47E1E}"/>
          </ac:picMkLst>
        </pc:picChg>
      </pc:sldChg>
      <pc:sldChg chg="addSp delSp modSp add mod">
        <pc:chgData name="Norbey Muñoz" userId="b7e811e8891ccd42" providerId="LiveId" clId="{2482167B-ADD3-4E68-AB8B-ADE9CECE27D0}" dt="2026-05-28T14:37:06.402" v="450" actId="1076"/>
        <pc:sldMkLst>
          <pc:docMk/>
          <pc:sldMk cId="3112773411" sldId="480"/>
        </pc:sldMkLst>
        <pc:spChg chg="mod">
          <ac:chgData name="Norbey Muñoz" userId="b7e811e8891ccd42" providerId="LiveId" clId="{2482167B-ADD3-4E68-AB8B-ADE9CECE27D0}" dt="2026-05-28T14:36:56.095" v="448" actId="20577"/>
          <ac:spMkLst>
            <pc:docMk/>
            <pc:sldMk cId="3112773411" sldId="480"/>
            <ac:spMk id="4" creationId="{A0BB8F5C-9F70-AEC6-D169-CBE1356A4D64}"/>
          </ac:spMkLst>
        </pc:spChg>
        <pc:picChg chg="add mod">
          <ac:chgData name="Norbey Muñoz" userId="b7e811e8891ccd42" providerId="LiveId" clId="{2482167B-ADD3-4E68-AB8B-ADE9CECE27D0}" dt="2026-05-28T14:37:06.402" v="450" actId="1076"/>
          <ac:picMkLst>
            <pc:docMk/>
            <pc:sldMk cId="3112773411" sldId="480"/>
            <ac:picMk id="5" creationId="{81247B48-AE73-9393-56D1-9E8A49A509DB}"/>
          </ac:picMkLst>
        </pc:picChg>
      </pc:sldChg>
      <pc:sldChg chg="addSp modSp add mod ord">
        <pc:chgData name="Norbey Muñoz" userId="b7e811e8891ccd42" providerId="LiveId" clId="{2482167B-ADD3-4E68-AB8B-ADE9CECE27D0}" dt="2026-05-28T14:40:39.337" v="502" actId="1076"/>
        <pc:sldMkLst>
          <pc:docMk/>
          <pc:sldMk cId="2430543131" sldId="481"/>
        </pc:sldMkLst>
        <pc:spChg chg="mod">
          <ac:chgData name="Norbey Muñoz" userId="b7e811e8891ccd42" providerId="LiveId" clId="{2482167B-ADD3-4E68-AB8B-ADE9CECE27D0}" dt="2026-05-28T14:40:39.337" v="502" actId="1076"/>
          <ac:spMkLst>
            <pc:docMk/>
            <pc:sldMk cId="2430543131" sldId="481"/>
            <ac:spMk id="11" creationId="{56817470-E8FE-3A79-E73D-46D5D5FDCB3E}"/>
          </ac:spMkLst>
        </pc:spChg>
        <pc:spChg chg="mod">
          <ac:chgData name="Norbey Muñoz" userId="b7e811e8891ccd42" providerId="LiveId" clId="{2482167B-ADD3-4E68-AB8B-ADE9CECE27D0}" dt="2026-05-28T14:37:23.960" v="472" actId="20577"/>
          <ac:spMkLst>
            <pc:docMk/>
            <pc:sldMk cId="2430543131" sldId="481"/>
            <ac:spMk id="200" creationId="{263D3495-DFC9-C9B0-67C1-AE0F739BED9A}"/>
          </ac:spMkLst>
        </pc:spChg>
      </pc:sldChg>
      <pc:sldChg chg="addSp delSp modSp add mod">
        <pc:chgData name="Norbey Muñoz" userId="b7e811e8891ccd42" providerId="LiveId" clId="{2482167B-ADD3-4E68-AB8B-ADE9CECE27D0}" dt="2026-05-28T14:44:40.702" v="551" actId="1076"/>
        <pc:sldMkLst>
          <pc:docMk/>
          <pc:sldMk cId="1153074959" sldId="482"/>
        </pc:sldMkLst>
        <pc:spChg chg="mod">
          <ac:chgData name="Norbey Muñoz" userId="b7e811e8891ccd42" providerId="LiveId" clId="{2482167B-ADD3-4E68-AB8B-ADE9CECE27D0}" dt="2026-05-28T14:44:40.702" v="551" actId="1076"/>
          <ac:spMkLst>
            <pc:docMk/>
            <pc:sldMk cId="1153074959" sldId="482"/>
            <ac:spMk id="11" creationId="{57574863-741B-E55C-846C-7BFD86412FC9}"/>
          </ac:spMkLst>
        </pc:spChg>
        <pc:spChg chg="add del mod">
          <ac:chgData name="Norbey Muñoz" userId="b7e811e8891ccd42" providerId="LiveId" clId="{2482167B-ADD3-4E68-AB8B-ADE9CECE27D0}" dt="2026-05-28T14:42:06.105" v="511" actId="478"/>
          <ac:spMkLst>
            <pc:docMk/>
            <pc:sldMk cId="1153074959" sldId="482"/>
            <ac:spMk id="200" creationId="{A3A937C0-C11F-B18E-5D7B-88A6AEF37316}"/>
          </ac:spMkLst>
        </pc:spChg>
      </pc:sldChg>
      <pc:sldChg chg="addSp delSp modSp add mod ord">
        <pc:chgData name="Norbey Muñoz" userId="b7e811e8891ccd42" providerId="LiveId" clId="{2482167B-ADD3-4E68-AB8B-ADE9CECE27D0}" dt="2026-05-28T14:53:58.124" v="659" actId="1076"/>
        <pc:sldMkLst>
          <pc:docMk/>
          <pc:sldMk cId="3434270589" sldId="483"/>
        </pc:sldMkLst>
        <pc:picChg chg="add mod">
          <ac:chgData name="Norbey Muñoz" userId="b7e811e8891ccd42" providerId="LiveId" clId="{2482167B-ADD3-4E68-AB8B-ADE9CECE27D0}" dt="2026-05-28T14:53:58.124" v="659" actId="1076"/>
          <ac:picMkLst>
            <pc:docMk/>
            <pc:sldMk cId="3434270589" sldId="483"/>
            <ac:picMk id="8194" creationId="{1A4557DD-1FE8-79DF-2CB9-3F3B0400353E}"/>
          </ac:picMkLst>
        </pc:picChg>
      </pc:sldChg>
      <pc:sldChg chg="addSp delSp modSp add mod ord">
        <pc:chgData name="Norbey Muñoz" userId="b7e811e8891ccd42" providerId="LiveId" clId="{2482167B-ADD3-4E68-AB8B-ADE9CECE27D0}" dt="2026-05-28T14:46:21.835" v="567" actId="1076"/>
        <pc:sldMkLst>
          <pc:docMk/>
          <pc:sldMk cId="1863135041" sldId="484"/>
        </pc:sldMkLst>
        <pc:picChg chg="add mod">
          <ac:chgData name="Norbey Muñoz" userId="b7e811e8891ccd42" providerId="LiveId" clId="{2482167B-ADD3-4E68-AB8B-ADE9CECE27D0}" dt="2026-05-28T14:46:21.835" v="567" actId="1076"/>
          <ac:picMkLst>
            <pc:docMk/>
            <pc:sldMk cId="1863135041" sldId="484"/>
            <ac:picMk id="3" creationId="{C459CB9E-41D4-2483-D190-93FF92452D7C}"/>
          </ac:picMkLst>
        </pc:picChg>
      </pc:sldChg>
      <pc:sldChg chg="modSp add mod ord">
        <pc:chgData name="Norbey Muñoz" userId="b7e811e8891ccd42" providerId="LiveId" clId="{2482167B-ADD3-4E68-AB8B-ADE9CECE27D0}" dt="2026-05-28T14:47:32.327" v="630" actId="20577"/>
        <pc:sldMkLst>
          <pc:docMk/>
          <pc:sldMk cId="4272370659" sldId="485"/>
        </pc:sldMkLst>
        <pc:spChg chg="mod">
          <ac:chgData name="Norbey Muñoz" userId="b7e811e8891ccd42" providerId="LiveId" clId="{2482167B-ADD3-4E68-AB8B-ADE9CECE27D0}" dt="2026-05-28T14:47:32.327" v="630" actId="20577"/>
          <ac:spMkLst>
            <pc:docMk/>
            <pc:sldMk cId="4272370659" sldId="485"/>
            <ac:spMk id="11" creationId="{EBCECF0C-901B-4B4B-0D98-87B9F358BEDE}"/>
          </ac:spMkLst>
        </pc:spChg>
        <pc:spChg chg="mod">
          <ac:chgData name="Norbey Muñoz" userId="b7e811e8891ccd42" providerId="LiveId" clId="{2482167B-ADD3-4E68-AB8B-ADE9CECE27D0}" dt="2026-05-28T14:45:59.206" v="562" actId="20577"/>
          <ac:spMkLst>
            <pc:docMk/>
            <pc:sldMk cId="4272370659" sldId="485"/>
            <ac:spMk id="200" creationId="{5C7D35FC-DD19-6757-A3AD-292904DE3489}"/>
          </ac:spMkLst>
        </pc:spChg>
      </pc:sldChg>
      <pc:sldChg chg="addSp delSp modSp add mod ord">
        <pc:chgData name="Norbey Muñoz" userId="b7e811e8891ccd42" providerId="LiveId" clId="{2482167B-ADD3-4E68-AB8B-ADE9CECE27D0}" dt="2026-05-28T14:51:20.196" v="656" actId="1076"/>
        <pc:sldMkLst>
          <pc:docMk/>
          <pc:sldMk cId="360221100" sldId="486"/>
        </pc:sldMkLst>
        <pc:spChg chg="mod">
          <ac:chgData name="Norbey Muñoz" userId="b7e811e8891ccd42" providerId="LiveId" clId="{2482167B-ADD3-4E68-AB8B-ADE9CECE27D0}" dt="2026-05-28T14:49:02.323" v="637" actId="122"/>
          <ac:spMkLst>
            <pc:docMk/>
            <pc:sldMk cId="360221100" sldId="486"/>
            <ac:spMk id="4" creationId="{F9CA6EE3-7598-3E98-C313-9055FAF242B8}"/>
          </ac:spMkLst>
        </pc:spChg>
        <pc:spChg chg="mod">
          <ac:chgData name="Norbey Muñoz" userId="b7e811e8891ccd42" providerId="LiveId" clId="{2482167B-ADD3-4E68-AB8B-ADE9CECE27D0}" dt="2026-05-28T14:49:56.272" v="649" actId="113"/>
          <ac:spMkLst>
            <pc:docMk/>
            <pc:sldMk cId="360221100" sldId="486"/>
            <ac:spMk id="200" creationId="{6CF3AD3F-51FA-8935-6C3F-A332580CD2B7}"/>
          </ac:spMkLst>
        </pc:spChg>
        <pc:picChg chg="add mod">
          <ac:chgData name="Norbey Muñoz" userId="b7e811e8891ccd42" providerId="LiveId" clId="{2482167B-ADD3-4E68-AB8B-ADE9CECE27D0}" dt="2026-05-28T14:51:20.196" v="656" actId="1076"/>
          <ac:picMkLst>
            <pc:docMk/>
            <pc:sldMk cId="360221100" sldId="486"/>
            <ac:picMk id="3" creationId="{8DFA08AB-58BB-9A91-A435-5046A3762DDD}"/>
          </ac:picMkLst>
        </pc:picChg>
      </pc:sldChg>
      <pc:sldChg chg="addSp delSp modSp add mod">
        <pc:chgData name="Norbey Muñoz" userId="b7e811e8891ccd42" providerId="LiveId" clId="{2482167B-ADD3-4E68-AB8B-ADE9CECE27D0}" dt="2026-05-28T14:51:16.123" v="655" actId="1076"/>
        <pc:sldMkLst>
          <pc:docMk/>
          <pc:sldMk cId="2217228828" sldId="487"/>
        </pc:sldMkLst>
        <pc:spChg chg="mod">
          <ac:chgData name="Norbey Muñoz" userId="b7e811e8891ccd42" providerId="LiveId" clId="{2482167B-ADD3-4E68-AB8B-ADE9CECE27D0}" dt="2026-05-28T14:50:17.281" v="651"/>
          <ac:spMkLst>
            <pc:docMk/>
            <pc:sldMk cId="2217228828" sldId="487"/>
            <ac:spMk id="4" creationId="{93A11396-84A0-CF7B-28DE-20D32901B4C9}"/>
          </ac:spMkLst>
        </pc:spChg>
        <pc:spChg chg="mod">
          <ac:chgData name="Norbey Muñoz" userId="b7e811e8891ccd42" providerId="LiveId" clId="{2482167B-ADD3-4E68-AB8B-ADE9CECE27D0}" dt="2026-05-28T14:50:00.252" v="650" actId="113"/>
          <ac:spMkLst>
            <pc:docMk/>
            <pc:sldMk cId="2217228828" sldId="487"/>
            <ac:spMk id="200" creationId="{49F77D6B-6801-543D-D905-40BF947170E5}"/>
          </ac:spMkLst>
        </pc:spChg>
        <pc:picChg chg="add mod">
          <ac:chgData name="Norbey Muñoz" userId="b7e811e8891ccd42" providerId="LiveId" clId="{2482167B-ADD3-4E68-AB8B-ADE9CECE27D0}" dt="2026-05-28T14:51:16.123" v="655" actId="1076"/>
          <ac:picMkLst>
            <pc:docMk/>
            <pc:sldMk cId="2217228828" sldId="487"/>
            <ac:picMk id="5" creationId="{9CFF263E-E938-2A1B-FCBD-30EF30678A74}"/>
          </ac:picMkLst>
        </pc:picChg>
      </pc:sldChg>
      <pc:sldChg chg="addSp delSp modSp add mod ord">
        <pc:chgData name="Norbey Muñoz" userId="b7e811e8891ccd42" providerId="LiveId" clId="{2482167B-ADD3-4E68-AB8B-ADE9CECE27D0}" dt="2026-05-28T14:56:36.292" v="674" actId="1076"/>
        <pc:sldMkLst>
          <pc:docMk/>
          <pc:sldMk cId="2087712859" sldId="488"/>
        </pc:sldMkLst>
        <pc:spChg chg="mod">
          <ac:chgData name="Norbey Muñoz" userId="b7e811e8891ccd42" providerId="LiveId" clId="{2482167B-ADD3-4E68-AB8B-ADE9CECE27D0}" dt="2026-05-28T14:56:27.636" v="672" actId="20577"/>
          <ac:spMkLst>
            <pc:docMk/>
            <pc:sldMk cId="2087712859" sldId="488"/>
            <ac:spMk id="4" creationId="{ECDD5691-8CD4-ED57-13DE-705AEC4B9821}"/>
          </ac:spMkLst>
        </pc:spChg>
        <pc:spChg chg="mod">
          <ac:chgData name="Norbey Muñoz" userId="b7e811e8891ccd42" providerId="LiveId" clId="{2482167B-ADD3-4E68-AB8B-ADE9CECE27D0}" dt="2026-05-28T14:55:07.241" v="668" actId="20577"/>
          <ac:spMkLst>
            <pc:docMk/>
            <pc:sldMk cId="2087712859" sldId="488"/>
            <ac:spMk id="200" creationId="{20F598F6-B6C7-511C-CEF0-CAEA2E46F712}"/>
          </ac:spMkLst>
        </pc:spChg>
        <pc:picChg chg="add mod">
          <ac:chgData name="Norbey Muñoz" userId="b7e811e8891ccd42" providerId="LiveId" clId="{2482167B-ADD3-4E68-AB8B-ADE9CECE27D0}" dt="2026-05-28T14:56:36.292" v="674" actId="1076"/>
          <ac:picMkLst>
            <pc:docMk/>
            <pc:sldMk cId="2087712859" sldId="488"/>
            <ac:picMk id="3" creationId="{01BD87A3-C67E-C2C6-B3A6-8C7AF5EAB0C7}"/>
          </ac:picMkLst>
        </pc:picChg>
      </pc:sldChg>
      <pc:sldChg chg="addSp delSp modSp add mod">
        <pc:chgData name="Norbey Muñoz" userId="b7e811e8891ccd42" providerId="LiveId" clId="{2482167B-ADD3-4E68-AB8B-ADE9CECE27D0}" dt="2026-05-28T14:58:13.856" v="682" actId="1076"/>
        <pc:sldMkLst>
          <pc:docMk/>
          <pc:sldMk cId="3709455048" sldId="489"/>
        </pc:sldMkLst>
        <pc:spChg chg="mod">
          <ac:chgData name="Norbey Muñoz" userId="b7e811e8891ccd42" providerId="LiveId" clId="{2482167B-ADD3-4E68-AB8B-ADE9CECE27D0}" dt="2026-05-28T14:58:01.804" v="680" actId="20577"/>
          <ac:spMkLst>
            <pc:docMk/>
            <pc:sldMk cId="3709455048" sldId="489"/>
            <ac:spMk id="4" creationId="{18C8EBC2-B308-3811-C323-978153C1C3D3}"/>
          </ac:spMkLst>
        </pc:spChg>
        <pc:spChg chg="mod">
          <ac:chgData name="Norbey Muñoz" userId="b7e811e8891ccd42" providerId="LiveId" clId="{2482167B-ADD3-4E68-AB8B-ADE9CECE27D0}" dt="2026-05-28T14:57:13.684" v="677" actId="20577"/>
          <ac:spMkLst>
            <pc:docMk/>
            <pc:sldMk cId="3709455048" sldId="489"/>
            <ac:spMk id="200" creationId="{3A329BBA-2390-637E-8DCD-3FFF4CE4733D}"/>
          </ac:spMkLst>
        </pc:spChg>
        <pc:picChg chg="add mod">
          <ac:chgData name="Norbey Muñoz" userId="b7e811e8891ccd42" providerId="LiveId" clId="{2482167B-ADD3-4E68-AB8B-ADE9CECE27D0}" dt="2026-05-28T14:58:13.856" v="682" actId="1076"/>
          <ac:picMkLst>
            <pc:docMk/>
            <pc:sldMk cId="3709455048" sldId="489"/>
            <ac:picMk id="5" creationId="{9232ED75-1F39-3A82-07C8-9F2401141D5B}"/>
          </ac:picMkLst>
        </pc:picChg>
      </pc:sldChg>
      <pc:sldChg chg="addSp delSp modSp add del mod">
        <pc:chgData name="Norbey Muñoz" userId="b7e811e8891ccd42" providerId="LiveId" clId="{2482167B-ADD3-4E68-AB8B-ADE9CECE27D0}" dt="2026-05-28T15:05:54.731" v="770" actId="47"/>
        <pc:sldMkLst>
          <pc:docMk/>
          <pc:sldMk cId="182189297" sldId="490"/>
        </pc:sldMkLst>
        <pc:spChg chg="mod">
          <ac:chgData name="Norbey Muñoz" userId="b7e811e8891ccd42" providerId="LiveId" clId="{2482167B-ADD3-4E68-AB8B-ADE9CECE27D0}" dt="2026-05-28T14:58:54.614" v="687"/>
          <ac:spMkLst>
            <pc:docMk/>
            <pc:sldMk cId="182189297" sldId="490"/>
            <ac:spMk id="4" creationId="{07B8E324-FEB3-1350-54D7-FC8BDB7578ED}"/>
          </ac:spMkLst>
        </pc:spChg>
        <pc:spChg chg="mod">
          <ac:chgData name="Norbey Muñoz" userId="b7e811e8891ccd42" providerId="LiveId" clId="{2482167B-ADD3-4E68-AB8B-ADE9CECE27D0}" dt="2026-05-28T14:58:21.791" v="686" actId="20577"/>
          <ac:spMkLst>
            <pc:docMk/>
            <pc:sldMk cId="182189297" sldId="490"/>
            <ac:spMk id="200" creationId="{EBF5CBFE-A85A-310F-0743-ED230CA6E65D}"/>
          </ac:spMkLst>
        </pc:spChg>
        <pc:picChg chg="add mod">
          <ac:chgData name="Norbey Muñoz" userId="b7e811e8891ccd42" providerId="LiveId" clId="{2482167B-ADD3-4E68-AB8B-ADE9CECE27D0}" dt="2026-05-28T14:59:10.865" v="689" actId="1076"/>
          <ac:picMkLst>
            <pc:docMk/>
            <pc:sldMk cId="182189297" sldId="490"/>
            <ac:picMk id="3" creationId="{E453F03F-8DC4-975C-520B-EC5C50CDE548}"/>
          </ac:picMkLst>
        </pc:picChg>
      </pc:sldChg>
      <pc:sldMasterChg chg="delSldLayout">
        <pc:chgData name="Norbey Muñoz" userId="b7e811e8891ccd42" providerId="LiveId" clId="{2482167B-ADD3-4E68-AB8B-ADE9CECE27D0}" dt="2026-05-28T15:05:51.669" v="740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2174594"/>
            <a:ext cx="16323471" cy="648368"/>
          </a:xfrm>
          <a:prstGeom prst="rect">
            <a:avLst/>
          </a:prstGeom>
        </p:spPr>
        <p:txBody>
          <a:bodyPr anchor="b"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3200" b="1"/>
            </a:lvl1pPr>
            <a:lvl2pPr marL="787379" indent="-406389" defTabSz="825478">
              <a:lnSpc>
                <a:spcPct val="100000"/>
              </a:lnSpc>
              <a:spcBef>
                <a:spcPts val="0"/>
              </a:spcBef>
              <a:defRPr sz="3200" b="1"/>
            </a:lvl2pPr>
            <a:lvl3pPr marL="1168371" indent="-406390" defTabSz="825478">
              <a:lnSpc>
                <a:spcPct val="100000"/>
              </a:lnSpc>
              <a:spcBef>
                <a:spcPts val="0"/>
              </a:spcBef>
              <a:defRPr sz="3200" b="1"/>
            </a:lvl3pPr>
            <a:lvl4pPr marL="1549359" indent="-406390" defTabSz="825478">
              <a:lnSpc>
                <a:spcPct val="100000"/>
              </a:lnSpc>
              <a:spcBef>
                <a:spcPts val="0"/>
              </a:spcBef>
              <a:defRPr sz="3200" b="1"/>
            </a:lvl4pPr>
            <a:lvl5pPr marL="1930350" indent="-406390" defTabSz="825478">
              <a:lnSpc>
                <a:spcPct val="100000"/>
              </a:lnSpc>
              <a:spcBef>
                <a:spcPts val="0"/>
              </a:spcBef>
              <a:defRPr sz="3200" b="1"/>
            </a:lvl5pPr>
          </a:lstStyle>
          <a:p>
            <a:r>
              <a:t>Autor y fecha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030266" y="2607467"/>
            <a:ext cx="16325238" cy="4643442"/>
          </a:xfrm>
          <a:prstGeom prst="rect">
            <a:avLst/>
          </a:prstGeom>
        </p:spPr>
        <p:txBody>
          <a:bodyPr anchor="b"/>
          <a:lstStyle>
            <a:lvl1pPr>
              <a:defRPr sz="11400" spc="-228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4" y="7179467"/>
            <a:ext cx="16323473" cy="2048065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Subtítulo de la presentación</a:t>
            </a:r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7114" y="12954305"/>
            <a:ext cx="409775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n"/>
          <p:cNvSpPr>
            <a:spLocks noGrp="1"/>
          </p:cNvSpPr>
          <p:nvPr>
            <p:ph type="pic" idx="21"/>
          </p:nvPr>
        </p:nvSpPr>
        <p:spPr>
          <a:xfrm>
            <a:off x="2518173" y="-1287978"/>
            <a:ext cx="25081386" cy="150218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030266" y="7286625"/>
            <a:ext cx="16323471" cy="4643438"/>
          </a:xfrm>
          <a:prstGeom prst="rect">
            <a:avLst/>
          </a:prstGeom>
        </p:spPr>
        <p:txBody>
          <a:bodyPr anchor="b"/>
          <a:lstStyle>
            <a:lvl1pPr>
              <a:defRPr sz="11400" spc="-228"/>
            </a:lvl1pPr>
          </a:lstStyle>
          <a:p>
            <a:r>
              <a:t>Título de la presentación</a:t>
            </a:r>
          </a:p>
        </p:txBody>
      </p:sp>
      <p:sp>
        <p:nvSpPr>
          <p:cNvPr id="23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1858625"/>
            <a:ext cx="16323471" cy="969988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2pPr>
            <a:lvl3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3pPr>
            <a:lvl4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4pPr>
            <a:lvl5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5pPr>
          </a:lstStyle>
          <a:p>
            <a:r>
              <a:t>Subtítulo de la presentación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or y fech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4" y="803673"/>
            <a:ext cx="16323473" cy="648365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3200" b="1"/>
            </a:lvl1pPr>
          </a:lstStyle>
          <a:p>
            <a:r>
              <a:t>Autor y fecha</a:t>
            </a:r>
          </a:p>
        </p:txBody>
      </p:sp>
      <p:sp>
        <p:nvSpPr>
          <p:cNvPr id="2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2257" y="12954305"/>
            <a:ext cx="409775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3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4" y="1987001"/>
            <a:ext cx="16323473" cy="944722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Subtítulo de la diapositiva</a:t>
            </a:r>
          </a:p>
        </p:txBody>
      </p:sp>
      <p:sp>
        <p:nvSpPr>
          <p:cNvPr id="34" name="Título de la diapositiv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3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828784"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660384004_1290x1720.jpeg"/>
          <p:cNvSpPr>
            <a:spLocks noGrp="1"/>
          </p:cNvSpPr>
          <p:nvPr>
            <p:ph type="pic" sz="half" idx="21"/>
          </p:nvPr>
        </p:nvSpPr>
        <p:spPr>
          <a:xfrm>
            <a:off x="11727656" y="839390"/>
            <a:ext cx="9068102" cy="120907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51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4030266" y="625080"/>
            <a:ext cx="7179472" cy="1428751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52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987001"/>
            <a:ext cx="7179472" cy="944722"/>
          </a:xfrm>
          <a:prstGeom prst="rect">
            <a:avLst/>
          </a:prstGeom>
        </p:spPr>
        <p:txBody>
          <a:bodyPr/>
          <a:lstStyle>
            <a:lvl1pPr marL="0" indent="0" defTabSz="709913">
              <a:lnSpc>
                <a:spcPct val="100000"/>
              </a:lnSpc>
              <a:spcBef>
                <a:spcPts val="0"/>
              </a:spcBef>
              <a:buSzTx/>
              <a:buNone/>
              <a:defRPr sz="4400" b="1"/>
            </a:lvl1pPr>
            <a:lvl2pPr marL="939775" indent="-558784" defTabSz="709913">
              <a:lnSpc>
                <a:spcPct val="100000"/>
              </a:lnSpc>
              <a:spcBef>
                <a:spcPts val="0"/>
              </a:spcBef>
              <a:defRPr sz="4400" b="1"/>
            </a:lvl2pPr>
            <a:lvl3pPr marL="1320765" indent="-558784" defTabSz="709913">
              <a:lnSpc>
                <a:spcPct val="100000"/>
              </a:lnSpc>
              <a:spcBef>
                <a:spcPts val="0"/>
              </a:spcBef>
              <a:defRPr sz="4400" b="1"/>
            </a:lvl3pPr>
            <a:lvl4pPr marL="1701756" indent="-558786" defTabSz="709913">
              <a:lnSpc>
                <a:spcPct val="100000"/>
              </a:lnSpc>
              <a:spcBef>
                <a:spcPts val="0"/>
              </a:spcBef>
              <a:defRPr sz="4400" b="1"/>
            </a:lvl4pPr>
            <a:lvl5pPr marL="2082748" indent="-558786" defTabSz="709913">
              <a:lnSpc>
                <a:spcPct val="100000"/>
              </a:lnSpc>
              <a:spcBef>
                <a:spcPts val="0"/>
              </a:spcBef>
              <a:defRPr sz="4400" b="1"/>
            </a:lvl5pPr>
          </a:lstStyle>
          <a:p>
            <a:r>
              <a:t>Subtítulo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ivel de texto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6" y="4894026"/>
            <a:ext cx="7179472" cy="7865383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</p:txBody>
      </p:sp>
      <p:sp>
        <p:nvSpPr>
          <p:cNvPr id="5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ítulo de sección"/>
          <p:cNvSpPr txBox="1">
            <a:spLocks noGrp="1"/>
          </p:cNvSpPr>
          <p:nvPr>
            <p:ph type="title" hasCustomPrompt="1"/>
          </p:nvPr>
        </p:nvSpPr>
        <p:spPr>
          <a:xfrm>
            <a:off x="4030266" y="4536280"/>
            <a:ext cx="16323471" cy="4643440"/>
          </a:xfrm>
          <a:prstGeom prst="rect">
            <a:avLst/>
          </a:prstGeom>
        </p:spPr>
        <p:txBody>
          <a:bodyPr anchor="ctr"/>
          <a:lstStyle>
            <a:lvl1pPr>
              <a:defRPr sz="11400" b="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de sección</a:t>
            </a:r>
          </a:p>
        </p:txBody>
      </p:sp>
      <p:sp>
        <p:nvSpPr>
          <p:cNvPr id="6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ítulo de agenda"/>
          <p:cNvSpPr txBox="1">
            <a:spLocks noGrp="1"/>
          </p:cNvSpPr>
          <p:nvPr>
            <p:ph type="title" hasCustomPrompt="1"/>
          </p:nvPr>
        </p:nvSpPr>
        <p:spPr>
          <a:xfrm>
            <a:off x="4030266" y="625080"/>
            <a:ext cx="16323471" cy="1428751"/>
          </a:xfrm>
          <a:prstGeom prst="rect">
            <a:avLst/>
          </a:prstGeom>
        </p:spPr>
        <p:txBody>
          <a:bodyPr/>
          <a:lstStyle/>
          <a:p>
            <a:r>
              <a:t>Título de agenda</a:t>
            </a:r>
          </a:p>
        </p:txBody>
      </p:sp>
      <p:sp>
        <p:nvSpPr>
          <p:cNvPr id="79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982390"/>
            <a:ext cx="16323471" cy="944723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1041371" indent="-660381" defTabSz="825478">
              <a:lnSpc>
                <a:spcPct val="100000"/>
              </a:lnSpc>
              <a:spcBef>
                <a:spcPts val="0"/>
              </a:spcBef>
              <a:defRPr sz="5200" b="1"/>
            </a:lvl2pPr>
            <a:lvl3pPr marL="1422362" indent="-660381" defTabSz="825478">
              <a:lnSpc>
                <a:spcPct val="100000"/>
              </a:lnSpc>
              <a:spcBef>
                <a:spcPts val="0"/>
              </a:spcBef>
              <a:defRPr sz="5200" b="1"/>
            </a:lvl3pPr>
            <a:lvl4pPr marL="1803354" indent="-660381" defTabSz="825478">
              <a:lnSpc>
                <a:spcPct val="100000"/>
              </a:lnSpc>
              <a:spcBef>
                <a:spcPts val="0"/>
              </a:spcBef>
              <a:defRPr sz="5200" b="1"/>
            </a:lvl4pPr>
            <a:lvl5pPr marL="2184343" indent="-660381" defTabSz="825478">
              <a:lnSpc>
                <a:spcPct val="100000"/>
              </a:lnSpc>
              <a:spcBef>
                <a:spcPts val="0"/>
              </a:spcBef>
              <a:defRPr sz="5200" b="1"/>
            </a:lvl5pPr>
          </a:lstStyle>
          <a:p>
            <a:r>
              <a:t>Subtítulo de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Nivel de texto 1…"/>
          <p:cNvSpPr txBox="1">
            <a:spLocks noGrp="1"/>
          </p:cNvSpPr>
          <p:nvPr>
            <p:ph type="body" idx="21" hasCustomPrompt="1"/>
          </p:nvPr>
        </p:nvSpPr>
        <p:spPr>
          <a:xfrm>
            <a:off x="4030264" y="4161233"/>
            <a:ext cx="16323473" cy="85725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SzTx/>
              <a:buNone/>
              <a:defRPr sz="5200" spc="-100"/>
            </a:lvl1pPr>
          </a:lstStyle>
          <a:p>
            <a:r>
              <a:t>Temas relacionados con la agenda</a:t>
            </a:r>
          </a:p>
        </p:txBody>
      </p: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5018485"/>
            <a:ext cx="16323471" cy="368126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ato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8732786"/>
            <a:ext cx="16323469" cy="9447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1041371" indent="-660381" algn="ctr">
              <a:lnSpc>
                <a:spcPct val="100000"/>
              </a:lnSpc>
              <a:spcBef>
                <a:spcPts val="0"/>
              </a:spcBef>
              <a:defRPr sz="5200" b="1"/>
            </a:lvl2pPr>
            <a:lvl3pPr marL="1422362" indent="-660381" algn="ctr">
              <a:lnSpc>
                <a:spcPct val="100000"/>
              </a:lnSpc>
              <a:spcBef>
                <a:spcPts val="0"/>
              </a:spcBef>
              <a:defRPr sz="5200" b="1"/>
            </a:lvl3pPr>
            <a:lvl4pPr marL="1803354" indent="-660381" algn="ctr">
              <a:lnSpc>
                <a:spcPct val="100000"/>
              </a:lnSpc>
              <a:spcBef>
                <a:spcPts val="0"/>
              </a:spcBef>
              <a:defRPr sz="5200" b="1"/>
            </a:lvl4pPr>
            <a:lvl5pPr marL="2184343" indent="-660381" algn="ctr">
              <a:lnSpc>
                <a:spcPct val="100000"/>
              </a:lnSpc>
              <a:spcBef>
                <a:spcPts val="0"/>
              </a:spcBef>
              <a:defRPr sz="5200" b="1"/>
            </a:lvl5pPr>
          </a:lstStyle>
          <a:p>
            <a:r>
              <a:t>Información fáctica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7" name="Nivel de texto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4030264" y="1404937"/>
            <a:ext cx="16323473" cy="7327849"/>
          </a:xfrm>
          <a:prstGeom prst="rect">
            <a:avLst/>
          </a:prstGeom>
        </p:spPr>
        <p:txBody>
          <a:bodyPr anchor="b"/>
          <a:lstStyle/>
          <a:p>
            <a:pPr marL="0" lvl="4" indent="3063219" algn="ctr" defTabSz="1097224">
              <a:lnSpc>
                <a:spcPct val="80000"/>
              </a:lnSpc>
              <a:spcBef>
                <a:spcPts val="0"/>
              </a:spcBef>
              <a:buSzTx/>
              <a:buNone/>
              <a:defRPr sz="11000" b="1" spc="-199"/>
            </a:pPr>
            <a:r>
              <a:t>100 %
</a:t>
            </a:r>
          </a:p>
        </p:txBody>
      </p:sp>
      <p:sp>
        <p:nvSpPr>
          <p:cNvPr id="9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83841" y="5232798"/>
            <a:ext cx="16216319" cy="3268268"/>
          </a:xfrm>
          <a:prstGeom prst="rect">
            <a:avLst/>
          </a:prstGeom>
        </p:spPr>
        <p:txBody>
          <a:bodyPr anchor="ctr"/>
          <a:lstStyle>
            <a:lvl1pPr marL="160730" indent="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 destacable”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6" name="Atribució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1" y="9036845"/>
            <a:ext cx="15537657" cy="648368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3200" b="1"/>
            </a:lvl1pPr>
          </a:lstStyle>
          <a:p>
            <a:r>
              <a:t>Atribución</a:t>
            </a:r>
          </a:p>
        </p:txBody>
      </p:sp>
      <p:sp>
        <p:nvSpPr>
          <p:cNvPr id="10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Imagen"/>
          <p:cNvSpPr>
            <a:spLocks noGrp="1"/>
          </p:cNvSpPr>
          <p:nvPr>
            <p:ph type="pic" idx="21"/>
          </p:nvPr>
        </p:nvSpPr>
        <p:spPr>
          <a:xfrm>
            <a:off x="119064" y="966880"/>
            <a:ext cx="15701050" cy="117757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5" name="Imagen"/>
          <p:cNvSpPr>
            <a:spLocks noGrp="1"/>
          </p:cNvSpPr>
          <p:nvPr>
            <p:ph type="pic" sz="quarter" idx="22"/>
          </p:nvPr>
        </p:nvSpPr>
        <p:spPr>
          <a:xfrm>
            <a:off x="12325946" y="410766"/>
            <a:ext cx="8072440" cy="645795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6" name="Imagen"/>
          <p:cNvSpPr>
            <a:spLocks noGrp="1"/>
          </p:cNvSpPr>
          <p:nvPr>
            <p:ph type="pic" idx="23"/>
          </p:nvPr>
        </p:nvSpPr>
        <p:spPr>
          <a:xfrm>
            <a:off x="10057806" y="3866553"/>
            <a:ext cx="11162112" cy="129913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886640052_3195x2556.jpeg"/>
          <p:cNvSpPr>
            <a:spLocks noGrp="1"/>
          </p:cNvSpPr>
          <p:nvPr>
            <p:ph type="pic" idx="21"/>
          </p:nvPr>
        </p:nvSpPr>
        <p:spPr>
          <a:xfrm>
            <a:off x="1619249" y="-1482329"/>
            <a:ext cx="20288252" cy="162306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2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7114" y="12954305"/>
            <a:ext cx="409775" cy="4158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n 5" descr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11747179" y="4642089"/>
            <a:ext cx="9926402" cy="73195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None/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0">
              <a:lnSpc>
                <a:spcPct val="100000"/>
              </a:lnSpc>
              <a:buSzTx/>
              <a:buNone/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01816" indent="-257170"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98275" indent="-257170"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4pPr>
            <a:lvl5pPr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1" name="Texto del título"/>
          <p:cNvSpPr txBox="1">
            <a:spLocks noGrp="1"/>
          </p:cNvSpPr>
          <p:nvPr>
            <p:ph type="title"/>
          </p:nvPr>
        </p:nvSpPr>
        <p:spPr>
          <a:xfrm>
            <a:off x="11747185" y="794537"/>
            <a:ext cx="9926403" cy="108859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300">
                <a:solidFill>
                  <a:srgbClr val="009F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42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7270313" y="12296833"/>
            <a:ext cx="409774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50" name="Nivel de texto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5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2352" y="12954302"/>
            <a:ext cx="409774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4030266" y="4161235"/>
            <a:ext cx="16323471" cy="8572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>
            <a:normAutofit/>
          </a:bodyPr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4030266" y="619125"/>
            <a:ext cx="16323471" cy="1428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>
            <a:normAutofit/>
          </a:bodyPr>
          <a:lstStyle/>
          <a:p>
            <a:r>
              <a:t>Título de la diapositiva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2353" y="12954305"/>
            <a:ext cx="409775" cy="415870"/>
          </a:xfrm>
          <a:prstGeom prst="rect">
            <a:avLst/>
          </a:prstGeom>
          <a:ln w="12700">
            <a:miter lim="400000"/>
          </a:ln>
        </p:spPr>
        <p:txBody>
          <a:bodyPr wrap="none" lIns="71434" tIns="71434" rIns="71434" bIns="71434" anchor="b">
            <a:spAutoFit/>
          </a:bodyPr>
          <a:lstStyle>
            <a:lvl1pPr defTabSz="82151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53338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91437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295368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676356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2057349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43833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2819330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200318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581310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BDDA-58C0-AC61-E9FA-36EEC33C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DB49D5D5-303B-6D54-261D-51D2D748146B}"/>
              </a:ext>
            </a:extLst>
          </p:cNvPr>
          <p:cNvSpPr txBox="1"/>
          <p:nvPr/>
        </p:nvSpPr>
        <p:spPr>
          <a:xfrm>
            <a:off x="7364738" y="3245765"/>
            <a:ext cx="9654524" cy="162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pPr algn="ctr"/>
            <a:r>
              <a:rPr lang="pt-BR" sz="4800" dirty="0">
                <a:latin typeface="Helvetica Light"/>
              </a:rPr>
              <a:t>Aspectos básicos de Microsoft Azure</a:t>
            </a:r>
            <a:endParaRPr sz="4800" dirty="0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33073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8B15-C532-6BFF-9346-A87A75EE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58BC235B-C295-A190-D14D-10CD1476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59" y="919217"/>
            <a:ext cx="12387680" cy="5824483"/>
          </a:xfrm>
          <a:prstGeom prst="rect">
            <a:avLst/>
          </a:prstGeom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1663518C-9ED8-BEBD-AC95-6C3B9726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718" y="7565772"/>
            <a:ext cx="11404563" cy="481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3551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B286-7E47-5DCC-ACBC-6AA420E0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6845F151-DFAE-E577-17C4-86D65D518917}"/>
              </a:ext>
            </a:extLst>
          </p:cNvPr>
          <p:cNvSpPr txBox="1"/>
          <p:nvPr/>
        </p:nvSpPr>
        <p:spPr>
          <a:xfrm>
            <a:off x="2537476" y="1893074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>
                <a:latin typeface="Helvetica Light"/>
              </a:rPr>
              <a:t>Todo son servicios web</a:t>
            </a:r>
          </a:p>
        </p:txBody>
      </p:sp>
      <p:pic>
        <p:nvPicPr>
          <p:cNvPr id="2" name="Imagen 3">
            <a:extLst>
              <a:ext uri="{FF2B5EF4-FFF2-40B4-BE49-F238E27FC236}">
                <a16:creationId xmlns:a16="http://schemas.microsoft.com/office/drawing/2014/main" id="{92F260FA-12B5-45BE-5337-053381E67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541" y="3633801"/>
            <a:ext cx="13836917" cy="673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842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/>
          <p:cNvSpPr txBox="1"/>
          <p:nvPr/>
        </p:nvSpPr>
        <p:spPr>
          <a:xfrm>
            <a:off x="2540601" y="3414356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n-US" sz="3200" dirty="0">
                <a:latin typeface="Helvetica Light"/>
              </a:rPr>
              <a:t>Servicios de Azure</a:t>
            </a:r>
            <a:endParaRPr sz="3200" dirty="0">
              <a:latin typeface="Helvetica Light"/>
            </a:endParaRP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E0018CA5-5459-4BCB-A1B3-253339E67FE0}"/>
              </a:ext>
            </a:extLst>
          </p:cNvPr>
          <p:cNvSpPr txBox="1"/>
          <p:nvPr/>
        </p:nvSpPr>
        <p:spPr>
          <a:xfrm>
            <a:off x="3158530" y="4741058"/>
            <a:ext cx="18066940" cy="7081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dirty="0"/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Microsoft Azure es una </a:t>
            </a:r>
            <a:r>
              <a:rPr lang="es-CO" sz="3200" b="1" dirty="0">
                <a:latin typeface="Helvetica Light"/>
                <a:sym typeface="Helvetica Light"/>
              </a:rPr>
              <a:t>plataforma informática en la nube </a:t>
            </a:r>
            <a:r>
              <a:rPr lang="es-CO" sz="3200" dirty="0">
                <a:latin typeface="Helvetica Light"/>
                <a:sym typeface="Helvetica Light"/>
              </a:rPr>
              <a:t>con un conjunto cada vez mayor de </a:t>
            </a:r>
            <a:r>
              <a:rPr lang="es-CO" sz="3200" b="1" dirty="0">
                <a:latin typeface="Helvetica Light"/>
                <a:sym typeface="Helvetica Light"/>
              </a:rPr>
              <a:t>servicios</a:t>
            </a:r>
            <a:r>
              <a:rPr lang="es-CO" sz="3200" dirty="0">
                <a:latin typeface="Helvetica Light"/>
                <a:sym typeface="Helvetica Light"/>
              </a:rPr>
              <a:t> que ayudan a crear soluciones que cumplan objetivos técnicos. </a:t>
            </a: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Los servicios de Azure admiten todo, desde simple a complejo. </a:t>
            </a: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Puede hospedar servicios web simples para aplicaciones accesibles desde Internet, ejecutar equipos totalmente virtualizados para soluciones de software personalizadas o usar servicios basados en la nube, como almacenamiento remoto, hospedaje de bases de datos y administración centralizada de cuentas. </a:t>
            </a: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Azure también ofrece funcionalidades en inteligencia artificial (IA) e Internet de las cosas (IoT).</a:t>
            </a:r>
            <a:endParaRPr lang="es-ES" sz="3200" dirty="0">
              <a:latin typeface="Helvetica Light"/>
              <a:sym typeface="Helvetica Light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803C-9912-17C7-A75E-67B059C0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a que muestra Azure en el centro con seis categorías de servicios principales: Compute, Storage, Networking, Databases, AI y ML e IoT.">
            <a:extLst>
              <a:ext uri="{FF2B5EF4-FFF2-40B4-BE49-F238E27FC236}">
                <a16:creationId xmlns:a16="http://schemas.microsoft.com/office/drawing/2014/main" id="{1DD91C7F-02EF-6BBE-90E9-F638F7244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24383980" cy="137159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129528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63FA-70AE-7286-0572-EBD6E957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66BDEC2B-60D3-DD54-C1B9-EDD40FD643DE}"/>
              </a:ext>
            </a:extLst>
          </p:cNvPr>
          <p:cNvSpPr txBox="1"/>
          <p:nvPr/>
        </p:nvSpPr>
        <p:spPr>
          <a:xfrm>
            <a:off x="2540601" y="3414356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¿Informática en la nube?</a:t>
            </a:r>
            <a:r>
              <a:rPr lang="es-ES" sz="3200" dirty="0">
                <a:latin typeface="Helvetica Light"/>
              </a:rPr>
              <a:t> </a:t>
            </a:r>
            <a:endParaRPr sz="3200" dirty="0">
              <a:latin typeface="Helvetica Light"/>
            </a:endParaRP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68029933-EA70-658A-4257-8DC85C430AA6}"/>
              </a:ext>
            </a:extLst>
          </p:cNvPr>
          <p:cNvSpPr txBox="1"/>
          <p:nvPr/>
        </p:nvSpPr>
        <p:spPr>
          <a:xfrm>
            <a:off x="2778523" y="4355866"/>
            <a:ext cx="12194777" cy="530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ES" dirty="0"/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Prestación de servicios informáticos a través de Internet. </a:t>
            </a: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Los servicios informáticos incluyen infraestructura de TI común, como máquinas virtuales, almacenamiento, bases de datos y redes. </a:t>
            </a: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254000" lvl="5" algn="just">
              <a:lnSpc>
                <a:spcPct val="120000"/>
              </a:lnSpc>
              <a:buClr>
                <a:srgbClr val="00A3BF"/>
              </a:buClr>
              <a:buSzPct val="100000"/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Los servicios en la nube también amplían las ofertas de TI tradicionales para incluir cosas como Internet de las cosas (IoT), el aprendizaje automático (ML) y la inteligencia artificial (IA).</a:t>
            </a:r>
            <a:endParaRPr lang="es-ES" sz="3200" dirty="0">
              <a:latin typeface="Helvetica Light"/>
              <a:sym typeface="Helvetica Light"/>
            </a:endParaRPr>
          </a:p>
        </p:txBody>
      </p:sp>
      <p:pic>
        <p:nvPicPr>
          <p:cNvPr id="2050" name="Picture 2" descr="Nube informática o cloud computing: guía para gerentes de TI">
            <a:extLst>
              <a:ext uri="{FF2B5EF4-FFF2-40B4-BE49-F238E27FC236}">
                <a16:creationId xmlns:a16="http://schemas.microsoft.com/office/drawing/2014/main" id="{6F93E179-0F4F-FB22-0549-E9627852A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300" y="4689989"/>
            <a:ext cx="8940248" cy="433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24970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60DC-EDEE-5F46-EA23-D9D55C08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B51BDFE8-5476-0029-12D5-9E09EDB3EE3E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>
                <a:latin typeface="Helvetica Light"/>
              </a:rPr>
              <a:t>Modelo de Responsabilidad Compartida</a:t>
            </a: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7F229D68-00E9-679E-F827-7918803C10BB}"/>
              </a:ext>
            </a:extLst>
          </p:cNvPr>
          <p:cNvSpPr txBox="1"/>
          <p:nvPr/>
        </p:nvSpPr>
        <p:spPr>
          <a:xfrm>
            <a:off x="3501430" y="2990158"/>
            <a:ext cx="17381140" cy="5068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En un centro de datos local, el equipo de TI asume toda la responsabilidad: infraestructura, seguridad, actualizaciones y datos.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dirty="0"/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En la nube, esas responsabilidades se dividen: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dirty="0"/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Proveedor: seguridad física, energía, refrigeración y conectividad de red.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Cliente: datos, información y gestión de accesos.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Compartido (según el servicio): mantenimiento de software, parches y configuraciones.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dirty="0"/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El nivel de responsabilidad del cliente varía según el modelo de servicio: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265B42-F4C8-27D8-A29D-00765410C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987103"/>
              </p:ext>
            </p:extLst>
          </p:nvPr>
        </p:nvGraphicFramePr>
        <p:xfrm>
          <a:off x="5758656" y="9315768"/>
          <a:ext cx="12866688" cy="231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33344">
                  <a:extLst>
                    <a:ext uri="{9D8B030D-6E8A-4147-A177-3AD203B41FA5}">
                      <a16:colId xmlns:a16="http://schemas.microsoft.com/office/drawing/2014/main" val="80205916"/>
                    </a:ext>
                  </a:extLst>
                </a:gridCol>
                <a:gridCol w="6433344">
                  <a:extLst>
                    <a:ext uri="{9D8B030D-6E8A-4147-A177-3AD203B41FA5}">
                      <a16:colId xmlns:a16="http://schemas.microsoft.com/office/drawing/2014/main" val="165339582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 b="1" dirty="0"/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 b="1" dirty="0"/>
                        <a:t>Responsabilidad del cliente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7670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/>
                        <a:t>IaaS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/>
                        <a:t>Mayor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057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/>
                        <a:t>PaaS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/>
                        <a:t>Media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5956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/>
                        <a:t>SaaS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3200" dirty="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88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281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B1787-70BC-A65B-4113-BA680941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E5928-CBB2-44A4-0EA0-C290B3040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594" y="68262"/>
            <a:ext cx="19538811" cy="13579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69216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90F60-B422-F659-9386-58C89046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18374224-0E98-BF76-EB7A-44943F0B16AF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Modelo de Responsabilidad Compartida</a:t>
            </a: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AEFB03CF-26EC-BAF7-99B3-9557CF7C9EAB}"/>
              </a:ext>
            </a:extLst>
          </p:cNvPr>
          <p:cNvSpPr txBox="1"/>
          <p:nvPr/>
        </p:nvSpPr>
        <p:spPr>
          <a:xfrm>
            <a:off x="3501430" y="3458313"/>
            <a:ext cx="17381140" cy="5561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Lo que siempre permanece con nosotros: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noProof="0" dirty="0"/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información y los datos almacenados en la nube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Dispositivos que pueden conectarse a la nube (teléfonos móviles, equipos, etc.)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Las cuentas e identidades de las personas, los servicios y los dispositivos dentro de su entorno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Lo que siempre posee el proveedor: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noProof="0" dirty="0">
              <a:latin typeface="Helvetica Light"/>
              <a:sym typeface="Helvetica Ligh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El centro de datos físico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La red física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Hosts físicos</a:t>
            </a:r>
          </a:p>
        </p:txBody>
      </p:sp>
    </p:spTree>
    <p:extLst>
      <p:ext uri="{BB962C8B-B14F-4D97-AF65-F5344CB8AC3E}">
        <p14:creationId xmlns:p14="http://schemas.microsoft.com/office/powerpoint/2010/main" val="25298594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9783-1E1C-F320-5EA2-8EFDC68D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79960B-ACD9-8210-9449-F51E039FE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86" y="118927"/>
            <a:ext cx="18626228" cy="1347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3292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9518-BEFF-9880-7432-DC9C693F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E0E69024-D062-53FA-0BBB-FB832FA3CA77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Descripción del modelo basado en el consumo</a:t>
            </a: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1138BF95-F46D-7D9D-4F04-3F1A31044C25}"/>
              </a:ext>
            </a:extLst>
          </p:cNvPr>
          <p:cNvSpPr txBox="1"/>
          <p:nvPr/>
        </p:nvSpPr>
        <p:spPr>
          <a:xfrm>
            <a:off x="3501430" y="3453074"/>
            <a:ext cx="17381140" cy="21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computación en la nube funciona como un servicio de pago por uso: no se compra infraestructura, se alquila capacidad según la necesidad.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dirty="0"/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 err="1"/>
              <a:t>CapEx</a:t>
            </a:r>
            <a:r>
              <a:rPr lang="es-CO" noProof="0" dirty="0"/>
              <a:t> vs </a:t>
            </a:r>
            <a:r>
              <a:rPr lang="es-CO" noProof="0" dirty="0" err="1"/>
              <a:t>OpEx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C37CA0-FAD4-5B7D-8363-A6ACB46DF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210204"/>
              </p:ext>
            </p:extLst>
          </p:nvPr>
        </p:nvGraphicFramePr>
        <p:xfrm>
          <a:off x="4030662" y="6212204"/>
          <a:ext cx="16322676" cy="2194560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5440892">
                  <a:extLst>
                    <a:ext uri="{9D8B030D-6E8A-4147-A177-3AD203B41FA5}">
                      <a16:colId xmlns:a16="http://schemas.microsoft.com/office/drawing/2014/main" val="4107632666"/>
                    </a:ext>
                  </a:extLst>
                </a:gridCol>
                <a:gridCol w="5440892">
                  <a:extLst>
                    <a:ext uri="{9D8B030D-6E8A-4147-A177-3AD203B41FA5}">
                      <a16:colId xmlns:a16="http://schemas.microsoft.com/office/drawing/2014/main" val="3010282306"/>
                    </a:ext>
                  </a:extLst>
                </a:gridCol>
                <a:gridCol w="5440892">
                  <a:extLst>
                    <a:ext uri="{9D8B030D-6E8A-4147-A177-3AD203B41FA5}">
                      <a16:colId xmlns:a16="http://schemas.microsoft.com/office/drawing/2014/main" val="39709954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 err="1"/>
                        <a:t>CapEx</a:t>
                      </a:r>
                      <a:endParaRPr lang="es-CO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 err="1"/>
                        <a:t>OpEx</a:t>
                      </a:r>
                      <a:endParaRPr lang="es-CO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8988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Qué es</a:t>
                      </a:r>
                      <a:endParaRPr lang="es-CO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Gasto inicial en infraestructura física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Gasto continuo por servicios consumidos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3327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Ejemplos</a:t>
                      </a:r>
                      <a:endParaRPr lang="es-CO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Servidores, hardware, centro de 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Servicios en la nube, suscripciones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55305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Nube</a:t>
                      </a:r>
                      <a:endParaRPr lang="es-CO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✗ No aplica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dirty="0"/>
                        <a:t>✓ Modelo predominante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647584"/>
                  </a:ext>
                </a:extLst>
              </a:tr>
            </a:tbl>
          </a:graphicData>
        </a:graphic>
      </p:graphicFrame>
      <p:sp>
        <p:nvSpPr>
          <p:cNvPr id="6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2B59D0F7-A5FB-9562-91AE-0F64AE4E4FD4}"/>
              </a:ext>
            </a:extLst>
          </p:cNvPr>
          <p:cNvSpPr txBox="1"/>
          <p:nvPr/>
        </p:nvSpPr>
        <p:spPr>
          <a:xfrm>
            <a:off x="3501430" y="9051861"/>
            <a:ext cx="17381140" cy="3098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Ventajas del modelo por consumo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dirty="0"/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Sin costos iniciales de infraestructura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Sin capacidad ociosa ni subutilizada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Escala hacia arriba cuando aumenta la demanda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Escala hacia abajo cuando disminuye la demanda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0333527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56F97-2EDF-C238-70CF-F1A093EA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25E381-1377-07E8-E930-9E3E7BE9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765" y="1721644"/>
            <a:ext cx="18772469" cy="1027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001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9BFF-AAFF-918F-D74B-F23256E5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8FE37A3C-A55E-E386-62BE-40CB6CF28D0B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A</a:t>
            </a:r>
            <a:r>
              <a:rPr lang="es-CO" sz="3200" noProof="0" dirty="0" err="1">
                <a:latin typeface="Helvetica Light"/>
              </a:rPr>
              <a:t>lta</a:t>
            </a:r>
            <a:r>
              <a:rPr lang="es-CO" sz="3200" noProof="0" dirty="0">
                <a:latin typeface="Helvetica Light"/>
              </a:rPr>
              <a:t> disponibilidad y la escalabilidad en la nube</a:t>
            </a: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261D74EB-592E-8A65-708F-EB04FA13C7CF}"/>
              </a:ext>
            </a:extLst>
          </p:cNvPr>
          <p:cNvSpPr txBox="1"/>
          <p:nvPr/>
        </p:nvSpPr>
        <p:spPr>
          <a:xfrm>
            <a:off x="3501430" y="5062321"/>
            <a:ext cx="17381140" cy="3591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Al compilar o implementar una aplicación en la nube, dos de las consideraciones más importantes son el </a:t>
            </a:r>
            <a:r>
              <a:rPr lang="es-CO" u="sng" noProof="0" dirty="0"/>
              <a:t>tiempo de actividad</a:t>
            </a:r>
            <a:r>
              <a:rPr lang="es-CO" noProof="0" dirty="0"/>
              <a:t> (o la </a:t>
            </a:r>
            <a:r>
              <a:rPr lang="es-CO" b="1" noProof="0" dirty="0"/>
              <a:t>disponibilidad</a:t>
            </a:r>
            <a:r>
              <a:rPr lang="es-CO" noProof="0" dirty="0"/>
              <a:t>) y la </a:t>
            </a:r>
            <a:r>
              <a:rPr lang="es-CO" u="sng" noProof="0" dirty="0"/>
              <a:t>capacidad de controlar la demanda</a:t>
            </a:r>
            <a:r>
              <a:rPr lang="es-CO" noProof="0" dirty="0"/>
              <a:t> (o </a:t>
            </a:r>
            <a:r>
              <a:rPr lang="es-CO" b="1" noProof="0" dirty="0"/>
              <a:t>escala</a:t>
            </a:r>
            <a:r>
              <a:rPr lang="es-CO" noProof="0" dirty="0"/>
              <a:t>).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i="1" noProof="0" dirty="0">
                <a:latin typeface="Helvetica Light"/>
                <a:sym typeface="Helvetica Light"/>
              </a:rPr>
              <a:t>SLA: Service Level </a:t>
            </a:r>
            <a:r>
              <a:rPr lang="es-CO" sz="3200" b="1" i="1" noProof="0" dirty="0" err="1">
                <a:latin typeface="Helvetica Light"/>
                <a:sym typeface="Helvetica Light"/>
              </a:rPr>
              <a:t>Agreements</a:t>
            </a:r>
            <a:endParaRPr lang="es-CO" sz="3200" b="1" i="1" noProof="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Es un contrato oficial entre un proveedor de servicios y su cliente. Define la calidad, disponibilidad y tiempos de respuesta esperados, así como las penalizaciones si no se cumplen.</a:t>
            </a:r>
          </a:p>
        </p:txBody>
      </p:sp>
    </p:spTree>
    <p:extLst>
      <p:ext uri="{BB962C8B-B14F-4D97-AF65-F5344CB8AC3E}">
        <p14:creationId xmlns:p14="http://schemas.microsoft.com/office/powerpoint/2010/main" val="289546287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DD4EC-91E6-5EF7-9D86-E34D5572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49DCE-77C6-6AD7-FBB9-90F2FEF70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1314449"/>
            <a:ext cx="14801850" cy="7400925"/>
          </a:xfrm>
          <a:prstGeom prst="rect">
            <a:avLst/>
          </a:prstGeom>
        </p:spPr>
      </p:pic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FC5B6092-2468-BB98-F373-6B365D578F3E}"/>
              </a:ext>
            </a:extLst>
          </p:cNvPr>
          <p:cNvSpPr txBox="1"/>
          <p:nvPr/>
        </p:nvSpPr>
        <p:spPr>
          <a:xfrm>
            <a:off x="3501430" y="9344285"/>
            <a:ext cx="17381140" cy="21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Al implementar una aplicación, un servicio o cualquier recurso de TI, es importante que los recursos estén disponibles cuando sea necesario. La alta disponibilidad se centra en garantizar la máxima disponibilidad, independientemente de las interrupciones o eventos que puedan producirse</a:t>
            </a:r>
            <a:r>
              <a:rPr lang="es-CO" sz="3200" noProof="0" dirty="0">
                <a:latin typeface="Helvetica Light"/>
                <a:sym typeface="Helvetica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0884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EF11-EC64-7865-1CE0-B4F2889E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50024E6D-24CF-DFFF-F574-A60A51C6C95A}"/>
              </a:ext>
            </a:extLst>
          </p:cNvPr>
          <p:cNvSpPr txBox="1"/>
          <p:nvPr/>
        </p:nvSpPr>
        <p:spPr>
          <a:xfrm>
            <a:off x="3501430" y="9098064"/>
            <a:ext cx="17381140" cy="26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Otra ventaja importante de la informática en la nube es la escalabilidad de los recursos en la nube. La escalabilidad hace referencia a la capacidad de ajustar los recursos para satisfacer la demanda. Si de pronto experimenta un tráfico máximo y los sistemas están sobrecargados, la capacidad de escalar implica que puede agregar más recursos para controlar mejor la mayor demanda.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D84D6-2A36-2600-9F40-250E0FA3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362" y="488848"/>
            <a:ext cx="12159276" cy="825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2396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FB30F-E1FF-3D1D-78C3-B91CD232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69B30D15-EFD5-C9CE-B9E0-926FE2E56618}"/>
              </a:ext>
            </a:extLst>
          </p:cNvPr>
          <p:cNvSpPr txBox="1"/>
          <p:nvPr/>
        </p:nvSpPr>
        <p:spPr>
          <a:xfrm>
            <a:off x="3501430" y="10965441"/>
            <a:ext cx="17381140" cy="112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confiabilidad es la capacidad de un sistema para recuperarse de errores y seguir funcionando. También es uno de los pilares de Microsoft Azure Well-</a:t>
            </a:r>
            <a:r>
              <a:rPr lang="es-CO" noProof="0" dirty="0" err="1"/>
              <a:t>Architected</a:t>
            </a:r>
            <a:r>
              <a:rPr lang="es-CO" noProof="0" dirty="0"/>
              <a:t> Framework.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B80EBB-ADFE-47FE-E4FB-F7BCC6C47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31" y="2174183"/>
            <a:ext cx="11768138" cy="7845425"/>
          </a:xfrm>
          <a:prstGeom prst="rect">
            <a:avLst/>
          </a:prstGeom>
        </p:spPr>
      </p:pic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A8A6422F-45FA-3F4D-B28E-C3149349D3D8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Confiabilidad y previsibilidad en la nube</a:t>
            </a:r>
            <a:endParaRPr lang="es-CO" sz="3200" noProof="0" dirty="0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790098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3896-C4D1-93C0-F402-BED99DE2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A0BB8F5C-9F70-AEC6-D169-CBE1356A4D64}"/>
              </a:ext>
            </a:extLst>
          </p:cNvPr>
          <p:cNvSpPr txBox="1"/>
          <p:nvPr/>
        </p:nvSpPr>
        <p:spPr>
          <a:xfrm>
            <a:off x="3501430" y="10719219"/>
            <a:ext cx="17381140" cy="162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predicción en la nube permite avanzar con confianza. La previsibilidad se puede centrar en la previsibilidad del rendimiento o en la previsibilidad de costos. Tanto el rendimiento como la previsibilidad de costos están muy influenciados por Microsoft Azure Well-</a:t>
            </a:r>
            <a:r>
              <a:rPr lang="es-CO" noProof="0" dirty="0" err="1"/>
              <a:t>Architected</a:t>
            </a:r>
            <a:r>
              <a:rPr lang="es-CO" noProof="0" dirty="0"/>
              <a:t> Framework. 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4DCD9AFB-620E-623D-6B26-086BDB46F0EA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Confiabilidad y previsibilidad en la nube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47B48-AE73-9393-56D1-9E8A49A5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818866"/>
            <a:ext cx="13716000" cy="704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734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A64E-0F39-DAC8-77EA-A0C117C3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263D3495-DFC9-C9B0-67C1-AE0F739BED9A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Rendimiento y costo</a:t>
            </a:r>
            <a:endParaRPr lang="es-CO" sz="3200" noProof="0" dirty="0">
              <a:latin typeface="Helvetica Light"/>
            </a:endParaRP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56817470-E8FE-3A79-E73D-46D5D5FDCB3E}"/>
              </a:ext>
            </a:extLst>
          </p:cNvPr>
          <p:cNvSpPr txBox="1"/>
          <p:nvPr/>
        </p:nvSpPr>
        <p:spPr>
          <a:xfrm>
            <a:off x="3501430" y="3646433"/>
            <a:ext cx="17381140" cy="8023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b="1" noProof="0" dirty="0"/>
              <a:t>Rendimiento — Predice los recursos necesarios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noProof="0" dirty="0"/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nube permite anticipar la demanda y responder automáticamente mediante tres mecanismos clave: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noProof="0" dirty="0"/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 err="1"/>
              <a:t>Autoescalado</a:t>
            </a:r>
            <a:r>
              <a:rPr lang="es-CO" noProof="0" dirty="0"/>
              <a:t>: amplía o reduce recursos según la demanda en tiempo real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Balanceo de carga: redistribuye el tráfico hacia áreas con menor carga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Alta disponibilidad: garantiza continuidad ante picos o fallos inesperados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noProof="0" dirty="0">
                <a:latin typeface="Helvetica Light"/>
                <a:sym typeface="Helvetica Light"/>
              </a:rPr>
              <a:t>Costo — Predice el gasto con anticipación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b="1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La nube ofrece visibilidad total del gasto para optimizar y planificar inversiones: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Seguimiento en tiempo real: monitoreo continuo del uso de recursos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Análisis de datos: identifica patrones y tendencias para mejores decisiones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noProof="0" dirty="0">
                <a:latin typeface="Helvetica Light"/>
                <a:sym typeface="Helvetica Light"/>
              </a:rPr>
              <a:t>Calculadora de precios Azure: estima el gasto antes de implementar</a:t>
            </a:r>
          </a:p>
        </p:txBody>
      </p:sp>
    </p:spTree>
    <p:extLst>
      <p:ext uri="{BB962C8B-B14F-4D97-AF65-F5344CB8AC3E}">
        <p14:creationId xmlns:p14="http://schemas.microsoft.com/office/powerpoint/2010/main" val="243054313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50D3-628C-4E9B-3D34-1E1AFCD7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A3A937C0-C11F-B18E-5D7B-88A6AEF37316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Ventajas de la seguridad y la gobernanza en la nube</a:t>
            </a:r>
            <a:endParaRPr lang="es-CO" sz="3200" noProof="0" dirty="0">
              <a:latin typeface="Helvetica Light"/>
            </a:endParaRP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57574863-741B-E55C-846C-7BFD86412FC9}"/>
              </a:ext>
            </a:extLst>
          </p:cNvPr>
          <p:cNvSpPr txBox="1"/>
          <p:nvPr/>
        </p:nvSpPr>
        <p:spPr>
          <a:xfrm>
            <a:off x="3501430" y="4196028"/>
            <a:ext cx="17381140" cy="7038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b="1" noProof="0" dirty="0"/>
              <a:t>Gobernanza — Cumplimiento y control a escala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b="1" dirty="0"/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Plantillas estandarizadas: garantizan que los recursos cumplan normas técnicas y regulatorias desde el despliegue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Auditoría en la nube: detecta recursos fuera de la línea base y sugiere estrategias de mitigación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Actualizaciones automáticas: parches y revisiones de software aplicados sin intervención manual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dirty="0">
                <a:latin typeface="Helvetica Light"/>
                <a:sym typeface="Helvetica Light"/>
              </a:rPr>
              <a:t>Seguridad — Control ajustable según el modelo de servicio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b="1" dirty="0">
              <a:latin typeface="Helvetica Light"/>
              <a:sym typeface="Helvetica Light"/>
            </a:endParaRP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dirty="0">
                <a:latin typeface="Helvetica Light"/>
                <a:sym typeface="Helvetica Light"/>
              </a:rPr>
              <a:t>Protección integrada del proveedor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b="1" dirty="0">
              <a:latin typeface="Helvetica Light"/>
              <a:sym typeface="Helvetica Ligh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Mitigación de ataques </a:t>
            </a:r>
            <a:r>
              <a:rPr lang="es-CO" sz="3200" dirty="0" err="1">
                <a:latin typeface="Helvetica Light"/>
                <a:sym typeface="Helvetica Light"/>
              </a:rPr>
              <a:t>DDoS</a:t>
            </a:r>
            <a:r>
              <a:rPr lang="es-CO" sz="3200" dirty="0">
                <a:latin typeface="Helvetica Light"/>
                <a:sym typeface="Helvetica Light"/>
              </a:rPr>
              <a:t> gestionada directamente por el proveedor de nube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dirty="0">
                <a:latin typeface="Helvetica Light"/>
                <a:sym typeface="Helvetica Light"/>
              </a:rPr>
              <a:t>Red más robusta y segura sin configuración adicional del cliente</a:t>
            </a:r>
          </a:p>
        </p:txBody>
      </p:sp>
    </p:spTree>
    <p:extLst>
      <p:ext uri="{BB962C8B-B14F-4D97-AF65-F5344CB8AC3E}">
        <p14:creationId xmlns:p14="http://schemas.microsoft.com/office/powerpoint/2010/main" val="115307495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E0A9-A011-996F-0A93-56D772EF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59CB9E-41D4-2483-D190-93FF9245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925" y="1062037"/>
            <a:ext cx="18840149" cy="1159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3504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D9BA-2403-5524-10B7-9DAB210B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5C7D35FC-DD19-6757-A3AD-292904DE3489}"/>
              </a:ext>
            </a:extLst>
          </p:cNvPr>
          <p:cNvSpPr txBox="1"/>
          <p:nvPr/>
        </p:nvSpPr>
        <p:spPr>
          <a:xfrm>
            <a:off x="2612038" y="1928456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Ventajas de la capacidad de administración en la nube</a:t>
            </a:r>
            <a:endParaRPr lang="es-CO" sz="3200" noProof="0" dirty="0">
              <a:latin typeface="Helvetica Light"/>
            </a:endParaRPr>
          </a:p>
        </p:txBody>
      </p:sp>
      <p:sp>
        <p:nvSpPr>
          <p:cNvPr id="11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EBCECF0C-901B-4B4B-0D98-87B9F358BEDE}"/>
              </a:ext>
            </a:extLst>
          </p:cNvPr>
          <p:cNvSpPr txBox="1"/>
          <p:nvPr/>
        </p:nvSpPr>
        <p:spPr>
          <a:xfrm>
            <a:off x="3501430" y="6165799"/>
            <a:ext cx="17381140" cy="3098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b="1" noProof="0" dirty="0"/>
              <a:t>Una ventaja importante de la informática en la nube son las opciones de administración. 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b="1" dirty="0"/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b="1" noProof="0" dirty="0"/>
              <a:t>Hay dos tipos de manejabilidad para la informática en la nube y ambos son excelentes ventajas.</a:t>
            </a:r>
          </a:p>
          <a:p>
            <a:pPr algn="just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s-CO" sz="3200" b="1" dirty="0">
              <a:latin typeface="Helvetica Light"/>
              <a:sym typeface="Helvetica Ligh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dirty="0">
                <a:latin typeface="Helvetica Light"/>
                <a:sym typeface="Helvetica Light"/>
              </a:rPr>
              <a:t>Administración de la nube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sz="3200" b="1" dirty="0">
                <a:latin typeface="Helvetica Light"/>
                <a:sym typeface="Helvetica Light"/>
              </a:rPr>
              <a:t>Administración en la nube</a:t>
            </a:r>
            <a:endParaRPr lang="es-CO" sz="3200" dirty="0"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7237065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DF70-2A6E-1124-3E9A-FF7095FF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F9CA6EE3-7598-3E98-C313-9055FAF242B8}"/>
              </a:ext>
            </a:extLst>
          </p:cNvPr>
          <p:cNvSpPr txBox="1"/>
          <p:nvPr/>
        </p:nvSpPr>
        <p:spPr>
          <a:xfrm>
            <a:off x="3501430" y="11211661"/>
            <a:ext cx="17381140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administración de la nube trata sobre administrar los recursos en la nube. 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6CF3AD3F-51FA-8935-6C3F-A332580CD2B7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Administración </a:t>
            </a:r>
            <a:r>
              <a:rPr lang="es-CO" sz="3200" u="sng" dirty="0">
                <a:latin typeface="Helvetica Light"/>
              </a:rPr>
              <a:t>de</a:t>
            </a:r>
            <a:r>
              <a:rPr lang="es-CO" sz="3200" dirty="0">
                <a:latin typeface="Helvetica Light"/>
              </a:rPr>
              <a:t> la nube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A08AB-58BB-9A91-A435-5046A376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34" y="3450431"/>
            <a:ext cx="15879931" cy="681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11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6898-4E72-4930-B207-C56A679C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93A11396-84A0-CF7B-28DE-20D32901B4C9}"/>
              </a:ext>
            </a:extLst>
          </p:cNvPr>
          <p:cNvSpPr txBox="1"/>
          <p:nvPr/>
        </p:nvSpPr>
        <p:spPr>
          <a:xfrm>
            <a:off x="3501430" y="10965440"/>
            <a:ext cx="17381140" cy="112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administración en la nube habla sobre cómo puede administrar el entorno de nube y los recursos. 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49F77D6B-6801-543D-D905-40BF947170E5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Administración </a:t>
            </a:r>
            <a:r>
              <a:rPr lang="es-CO" sz="3200" u="sng" dirty="0">
                <a:latin typeface="Helvetica Light"/>
              </a:rPr>
              <a:t>en</a:t>
            </a:r>
            <a:r>
              <a:rPr lang="es-CO" sz="3200" dirty="0">
                <a:latin typeface="Helvetica Light"/>
              </a:rPr>
              <a:t> la nube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F263E-E938-2A1B-FCBD-30EF30678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285" y="3038475"/>
            <a:ext cx="17405430" cy="763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2882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2BD4-71F2-3A05-E1DA-FF5EDAAB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iagrama que compara las pilas de responsabilidad de IaaS, PaaS y SaaS que muestran qué capas administra el cliente frente al proveedor de nube.">
            <a:extLst>
              <a:ext uri="{FF2B5EF4-FFF2-40B4-BE49-F238E27FC236}">
                <a16:creationId xmlns:a16="http://schemas.microsoft.com/office/drawing/2014/main" id="{1A4557DD-1FE8-79DF-2CB9-3F3B04003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926" y="833437"/>
            <a:ext cx="21224147" cy="1204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27058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42B5-EF24-627C-199F-8D808F1A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ECDD5691-8CD4-ED57-13DE-705AEC4B9821}"/>
              </a:ext>
            </a:extLst>
          </p:cNvPr>
          <p:cNvSpPr txBox="1"/>
          <p:nvPr/>
        </p:nvSpPr>
        <p:spPr>
          <a:xfrm>
            <a:off x="3501430" y="10472998"/>
            <a:ext cx="17381140" cy="21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infraestructura como servicio (IaaS) es la categoría más flexible de servicios en la nube. Proporciona la cantidad máxima de control para los recursos en la nube. En un modelo </a:t>
            </a:r>
            <a:r>
              <a:rPr lang="es-CO" dirty="0"/>
              <a:t>I</a:t>
            </a:r>
            <a:r>
              <a:rPr lang="es-CO" noProof="0" dirty="0" err="1"/>
              <a:t>aaS</a:t>
            </a:r>
            <a:r>
              <a:rPr lang="es-CO" noProof="0" dirty="0"/>
              <a:t>, el proveedor de nube es responsable de mantener el hardware, la conectividad de red a Internet y la seguridad física. Usted es responsable de todo lo demás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20F598F6-B6C7-511C-CEF0-CAEA2E46F712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IaaS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D87A3-C67E-C2C6-B3A6-8C7AF5EAB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48661"/>
            <a:ext cx="13716000" cy="84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285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AF48-7B0B-268F-11FC-789381B2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18C8EBC2-B308-3811-C323-978153C1C3D3}"/>
              </a:ext>
            </a:extLst>
          </p:cNvPr>
          <p:cNvSpPr txBox="1"/>
          <p:nvPr/>
        </p:nvSpPr>
        <p:spPr>
          <a:xfrm>
            <a:off x="3501430" y="9980556"/>
            <a:ext cx="17381140" cy="3098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La plataforma como servicio (PaaS) es un punto intermedio entre alquilar espacio en un centro de datos (infraestructura como servicio) y pagar por una solución completa e implementada (software como servicio). En un entorno PaaS, el proveedor de nube mantiene la infraestructura física, la seguridad física y la conexión a Internet. También mantienen los sistemas operativos, el middleware, las herramientas de desarrollo y los servicios de análisis que componen una solución en la nube.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3A329BBA-2390-637E-8DCD-3FFF4CE4733D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PaaS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2ED75-1F39-3A82-07C8-9F240114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895350"/>
            <a:ext cx="13716000" cy="84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504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BF7D-B562-2DC7-8456-F1DA4B2E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07B8E324-FEB3-1350-54D7-FC8BDB7578ED}"/>
              </a:ext>
            </a:extLst>
          </p:cNvPr>
          <p:cNvSpPr txBox="1"/>
          <p:nvPr/>
        </p:nvSpPr>
        <p:spPr>
          <a:xfrm>
            <a:off x="3501430" y="10472998"/>
            <a:ext cx="17381140" cy="21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s-CO" noProof="0" dirty="0"/>
              <a:t>Software como servicio (SaaS) es el modelo de servicio en la nube más completo desde el punto de vista del producto. Con SaaS, básicamente se alquila o se usa una aplicación totalmente desarrollada. El correo electrónico, el software financiero, las aplicaciones de mensajería y el software de conectividad son ejemplos comunes de una implementación de SaaS.</a:t>
            </a:r>
            <a:endParaRPr lang="es-CO" sz="3200" noProof="0" dirty="0">
              <a:latin typeface="Helvetica Light"/>
              <a:sym typeface="Helvetica Light"/>
            </a:endParaRPr>
          </a:p>
        </p:txBody>
      </p:sp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EBF5CBFE-A85A-310F-0743-ED230CA6E65D}"/>
              </a:ext>
            </a:extLst>
          </p:cNvPr>
          <p:cNvSpPr txBox="1"/>
          <p:nvPr/>
        </p:nvSpPr>
        <p:spPr>
          <a:xfrm>
            <a:off x="2869213" y="1330308"/>
            <a:ext cx="10638686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dirty="0">
                <a:latin typeface="Helvetica Light"/>
              </a:rPr>
              <a:t>SaaS</a:t>
            </a:r>
            <a:endParaRPr lang="es-CO" sz="3200" noProof="0" dirty="0">
              <a:latin typeface="Helvetica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3F03F-8DC4-975C-520B-EC5C50CDE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648661"/>
            <a:ext cx="13716000" cy="84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92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359A176E8B9854AA3D01AE34ED232F3" ma:contentTypeVersion="10" ma:contentTypeDescription="Crear nuevo documento." ma:contentTypeScope="" ma:versionID="3925640f1aa2cf9dfb10aadb476aad26">
  <xsd:schema xmlns:xsd="http://www.w3.org/2001/XMLSchema" xmlns:xs="http://www.w3.org/2001/XMLSchema" xmlns:p="http://schemas.microsoft.com/office/2006/metadata/properties" xmlns:ns2="aceb4fe1-53dd-4732-b090-f293850c2989" xmlns:ns3="de26d076-c54c-4210-9ee1-315c82760e76" targetNamespace="http://schemas.microsoft.com/office/2006/metadata/properties" ma:root="true" ma:fieldsID="e580be744deaf20ec630cabec991a74b" ns2:_="" ns3:_="">
    <xsd:import namespace="aceb4fe1-53dd-4732-b090-f293850c2989"/>
    <xsd:import namespace="de26d076-c54c-4210-9ee1-315c82760e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b4fe1-53dd-4732-b090-f293850c2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6d076-c54c-4210-9ee1-315c82760e7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8E361F-7359-4C4E-8951-5BED68039C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eb4fe1-53dd-4732-b090-f293850c2989"/>
    <ds:schemaRef ds:uri="de26d076-c54c-4210-9ee1-315c82760e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372E40-7AC3-447C-AF4A-54FCAFB5E1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944201-0AFB-4FDA-86CF-670F1F8AF59D}">
  <ds:schemaRefs>
    <ds:schemaRef ds:uri="aceb4fe1-53dd-4732-b090-f293850c2989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de26d076-c54c-4210-9ee1-315c82760e76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1782</TotalTime>
  <Words>1239</Words>
  <Application>Microsoft Office PowerPoint</Application>
  <PresentationFormat>Custom</PresentationFormat>
  <Paragraphs>127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Helvetica Light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 Rodriguez (Directora Desarrollo)</dc:creator>
  <cp:lastModifiedBy>Norbey Muñoz</cp:lastModifiedBy>
  <cp:revision>49</cp:revision>
  <dcterms:modified xsi:type="dcterms:W3CDTF">2026-05-31T01:40:25Z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0x010100B359A176E8B9854AA3D01AE34ED232F3</vt:lpwstr>
  </property>
</Properties>
</file>