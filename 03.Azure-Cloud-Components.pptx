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sldIdLst>
    <p:sldId id="335" r:id="rId5"/>
    <p:sldId id="467" r:id="rId6"/>
    <p:sldId id="468" r:id="rId7"/>
    <p:sldId id="492" r:id="rId8"/>
    <p:sldId id="493" r:id="rId9"/>
    <p:sldId id="494" r:id="rId10"/>
    <p:sldId id="495" r:id="rId11"/>
    <p:sldId id="496" r:id="rId12"/>
    <p:sldId id="497" r:id="rId13"/>
    <p:sldId id="498" r:id="rId14"/>
    <p:sldId id="499" r:id="rId15"/>
    <p:sldId id="500" r:id="rId16"/>
    <p:sldId id="501" r:id="rId17"/>
    <p:sldId id="491"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guel Ángel Riaza" initials="MÁR" lastIdx="10" clrIdx="0">
    <p:extLst>
      <p:ext uri="{19B8F6BF-5375-455C-9EA6-DF929625EA0E}">
        <p15:presenceInfo xmlns:p15="http://schemas.microsoft.com/office/powerpoint/2012/main" userId="S::miguelriaza@fundacioncanal.onmicrosoft.com::41e52312-fc7a-4267-b916-9d3c61ba76f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a:tcStyle>
        <a:tcBdr/>
        <a:fill>
          <a:solidFill>
            <a:srgbClr val="FFFFFF"/>
          </a:solidFill>
        </a:fill>
      </a:tcStyle>
    </a:band2H>
    <a:firstCol>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2" autoAdjust="0"/>
    <p:restoredTop sz="88889" autoAdjust="0"/>
  </p:normalViewPr>
  <p:slideViewPr>
    <p:cSldViewPr snapToGrid="0">
      <p:cViewPr varScale="1">
        <p:scale>
          <a:sx n="54" d="100"/>
          <a:sy n="54" d="100"/>
        </p:scale>
        <p:origin x="1051" y="96"/>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sldOrd">
      <pc:chgData name="Norbey Muñoz" userId="b7e811e8891ccd42" providerId="LiveId" clId="{2482167B-ADD3-4E68-AB8B-ADE9CECE27D0}" dt="2026-06-04T00:56:01.274" v="1227" actId="47"/>
      <pc:docMkLst>
        <pc:docMk/>
      </pc:docMkLst>
      <pc:sldChg chg="delSp modSp del mod">
        <pc:chgData name="Norbey Muñoz" userId="b7e811e8891ccd42" providerId="LiveId" clId="{2482167B-ADD3-4E68-AB8B-ADE9CECE27D0}" dt="2026-06-04T00:55:53.216" v="1204" actId="47"/>
        <pc:sldMkLst>
          <pc:docMk/>
          <pc:sldMk cId="0" sldId="266"/>
        </pc:sldMkLst>
      </pc:sldChg>
      <pc:sldChg chg="delSp modSp mod">
        <pc:chgData name="Norbey Muñoz" userId="b7e811e8891ccd42" providerId="LiveId" clId="{2482167B-ADD3-4E68-AB8B-ADE9CECE27D0}" dt="2026-06-01T04:00:36.154" v="804" actId="20577"/>
        <pc:sldMkLst>
          <pc:docMk/>
          <pc:sldMk cId="2653307304" sldId="335"/>
        </pc:sldMkLst>
        <pc:spChg chg="mod">
          <ac:chgData name="Norbey Muñoz" userId="b7e811e8891ccd42" providerId="LiveId" clId="{2482167B-ADD3-4E68-AB8B-ADE9CECE27D0}" dt="2026-06-01T04:00:36.154" v="804" actId="20577"/>
          <ac:spMkLst>
            <pc:docMk/>
            <pc:sldMk cId="2653307304" sldId="335"/>
            <ac:spMk id="200" creationId="{DB49D5D5-303B-6D54-261D-51D2D748146B}"/>
          </ac:spMkLst>
        </pc:spChg>
      </pc:sldChg>
      <pc:sldChg chg="addSp delSp modSp del mod">
        <pc:chgData name="Norbey Muñoz" userId="b7e811e8891ccd42" providerId="LiveId" clId="{2482167B-ADD3-4E68-AB8B-ADE9CECE27D0}" dt="2026-06-04T00:55:55.067" v="1207" actId="47"/>
        <pc:sldMkLst>
          <pc:docMk/>
          <pc:sldMk cId="3934128141" sldId="336"/>
        </pc:sldMkLst>
      </pc:sldChg>
      <pc:sldChg chg="modSp del mod">
        <pc:chgData name="Norbey Muñoz" userId="b7e811e8891ccd42" providerId="LiveId" clId="{2482167B-ADD3-4E68-AB8B-ADE9CECE27D0}" dt="2026-06-04T00:55:54.561" v="1206" actId="47"/>
        <pc:sldMkLst>
          <pc:docMk/>
          <pc:sldMk cId="1138249706" sldId="337"/>
        </pc:sldMkLst>
      </pc:sldChg>
      <pc:sldChg chg="addSp delSp modSp add del mod modClrScheme chgLayout">
        <pc:chgData name="Norbey Muñoz" userId="b7e811e8891ccd42" providerId="LiveId" clId="{2482167B-ADD3-4E68-AB8B-ADE9CECE27D0}" dt="2026-06-04T00:55:53.964" v="1205" actId="47"/>
        <pc:sldMkLst>
          <pc:docMk/>
          <pc:sldMk cId="2812952869" sldId="466"/>
        </pc:sldMkLst>
      </pc:sldChg>
      <pc:sldChg chg="addSp delSp modSp add mod">
        <pc:chgData name="Norbey Muñoz" userId="b7e811e8891ccd42" providerId="LiveId" clId="{2482167B-ADD3-4E68-AB8B-ADE9CECE27D0}" dt="2026-06-01T04:02:32.813" v="807"/>
        <pc:sldMkLst>
          <pc:docMk/>
          <pc:sldMk cId="1539335518" sldId="467"/>
        </pc:sldMkLst>
        <pc:picChg chg="add">
          <ac:chgData name="Norbey Muñoz" userId="b7e811e8891ccd42" providerId="LiveId" clId="{2482167B-ADD3-4E68-AB8B-ADE9CECE27D0}" dt="2026-06-01T04:02:32.813" v="807"/>
          <ac:picMkLst>
            <pc:docMk/>
            <pc:sldMk cId="1539335518" sldId="467"/>
            <ac:picMk id="1026" creationId="{81036230-2A10-F260-1224-4720100A13FC}"/>
          </ac:picMkLst>
        </pc:picChg>
      </pc:sldChg>
      <pc:sldChg chg="addSp delSp modSp add mod ord">
        <pc:chgData name="Norbey Muñoz" userId="b7e811e8891ccd42" providerId="LiveId" clId="{2482167B-ADD3-4E68-AB8B-ADE9CECE27D0}" dt="2026-06-01T16:38:32.307" v="1039" actId="403"/>
        <pc:sldMkLst>
          <pc:docMk/>
          <pc:sldMk cId="2642884239" sldId="468"/>
        </pc:sldMkLst>
        <pc:spChg chg="add mod">
          <ac:chgData name="Norbey Muñoz" userId="b7e811e8891ccd42" providerId="LiveId" clId="{2482167B-ADD3-4E68-AB8B-ADE9CECE27D0}" dt="2026-06-01T16:38:32.307" v="1039" actId="403"/>
          <ac:spMkLst>
            <pc:docMk/>
            <pc:sldMk cId="2642884239" sldId="468"/>
            <ac:spMk id="3" creationId="{2950F364-668B-7409-5988-89A453689A6E}"/>
          </ac:spMkLst>
        </pc:spChg>
        <pc:spChg chg="mod">
          <ac:chgData name="Norbey Muñoz" userId="b7e811e8891ccd42" providerId="LiveId" clId="{2482167B-ADD3-4E68-AB8B-ADE9CECE27D0}" dt="2026-06-01T04:04:00.009" v="843" actId="20577"/>
          <ac:spMkLst>
            <pc:docMk/>
            <pc:sldMk cId="2642884239" sldId="468"/>
            <ac:spMk id="200" creationId="{6845F151-DFAE-E577-17C4-86D65D518917}"/>
          </ac:spMkLst>
        </pc:spChg>
        <pc:picChg chg="add mod">
          <ac:chgData name="Norbey Muñoz" userId="b7e811e8891ccd42" providerId="LiveId" clId="{2482167B-ADD3-4E68-AB8B-ADE9CECE27D0}" dt="2026-06-01T13:53:32.463" v="884" actId="1076"/>
          <ac:picMkLst>
            <pc:docMk/>
            <pc:sldMk cId="2642884239" sldId="468"/>
            <ac:picMk id="11" creationId="{1777E0FE-0EC7-5DEF-925B-0CB50E8E4C4E}"/>
          </ac:picMkLst>
        </pc:picChg>
      </pc:sldChg>
      <pc:sldChg chg="addSp delSp modSp add del mod ord modClrScheme chgLayout">
        <pc:chgData name="Norbey Muñoz" userId="b7e811e8891ccd42" providerId="LiveId" clId="{2482167B-ADD3-4E68-AB8B-ADE9CECE27D0}" dt="2026-06-04T00:55:55.507" v="1208" actId="47"/>
        <pc:sldMkLst>
          <pc:docMk/>
          <pc:sldMk cId="3536921612" sldId="469"/>
        </pc:sldMkLst>
      </pc:sldChg>
      <pc:sldChg chg="addSp delSp modSp add del mod ord">
        <pc:chgData name="Norbey Muñoz" userId="b7e811e8891ccd42" providerId="LiveId" clId="{2482167B-ADD3-4E68-AB8B-ADE9CECE27D0}" dt="2026-06-04T00:55:56.247" v="1209" actId="47"/>
        <pc:sldMkLst>
          <pc:docMk/>
          <pc:sldMk cId="2529859467" sldId="470"/>
        </pc:sldMkLst>
      </pc:sldChg>
      <pc:sldChg chg="addSp delSp modSp add del mod ord">
        <pc:chgData name="Norbey Muñoz" userId="b7e811e8891ccd42" providerId="LiveId" clId="{2482167B-ADD3-4E68-AB8B-ADE9CECE27D0}" dt="2026-06-04T00:55:56.555" v="1210" actId="47"/>
        <pc:sldMkLst>
          <pc:docMk/>
          <pc:sldMk cId="505132926" sldId="471"/>
        </pc:sldMkLst>
      </pc:sldChg>
      <pc:sldChg chg="addSp delSp modSp add del mod ord">
        <pc:chgData name="Norbey Muñoz" userId="b7e811e8891ccd42" providerId="LiveId" clId="{2482167B-ADD3-4E68-AB8B-ADE9CECE27D0}" dt="2026-06-04T00:55:56.768" v="1211" actId="47"/>
        <pc:sldMkLst>
          <pc:docMk/>
          <pc:sldMk cId="2033352771" sldId="473"/>
        </pc:sldMkLst>
      </pc:sldChg>
      <pc:sldChg chg="addSp delSp modSp add del mod ord">
        <pc:chgData name="Norbey Muñoz" userId="b7e811e8891ccd42" providerId="LiveId" clId="{2482167B-ADD3-4E68-AB8B-ADE9CECE27D0}" dt="2026-06-04T00:55:56.988" v="1212" actId="47"/>
        <pc:sldMkLst>
          <pc:docMk/>
          <pc:sldMk cId="2621300168" sldId="474"/>
        </pc:sldMkLst>
      </pc:sldChg>
      <pc:sldChg chg="delSp modSp add del mod ord">
        <pc:chgData name="Norbey Muñoz" userId="b7e811e8891ccd42" providerId="LiveId" clId="{2482167B-ADD3-4E68-AB8B-ADE9CECE27D0}" dt="2026-06-04T00:55:57.215" v="1213" actId="47"/>
        <pc:sldMkLst>
          <pc:docMk/>
          <pc:sldMk cId="2895462870" sldId="475"/>
        </pc:sldMkLst>
      </pc:sldChg>
      <pc:sldChg chg="addSp delSp modSp add del mod ord">
        <pc:chgData name="Norbey Muñoz" userId="b7e811e8891ccd42" providerId="LiveId" clId="{2482167B-ADD3-4E68-AB8B-ADE9CECE27D0}" dt="2026-06-04T00:55:57.420" v="1214" actId="47"/>
        <pc:sldMkLst>
          <pc:docMk/>
          <pc:sldMk cId="1303088476" sldId="476"/>
        </pc:sldMkLst>
      </pc:sldChg>
      <pc:sldChg chg="addSp delSp modSp add del mod">
        <pc:chgData name="Norbey Muñoz" userId="b7e811e8891ccd42" providerId="LiveId" clId="{2482167B-ADD3-4E68-AB8B-ADE9CECE27D0}" dt="2026-06-04T00:55:57.615" v="1215" actId="47"/>
        <pc:sldMkLst>
          <pc:docMk/>
          <pc:sldMk cId="3180023966" sldId="477"/>
        </pc:sldMkLst>
      </pc:sldChg>
      <pc:sldChg chg="addSp delSp modSp add del mod ord">
        <pc:chgData name="Norbey Muñoz" userId="b7e811e8891ccd42" providerId="LiveId" clId="{2482167B-ADD3-4E68-AB8B-ADE9CECE27D0}" dt="2026-06-04T00:55:57.819" v="1216" actId="47"/>
        <pc:sldMkLst>
          <pc:docMk/>
          <pc:sldMk cId="427900983" sldId="479"/>
        </pc:sldMkLst>
      </pc:sldChg>
      <pc:sldChg chg="addSp delSp modSp add del mod">
        <pc:chgData name="Norbey Muñoz" userId="b7e811e8891ccd42" providerId="LiveId" clId="{2482167B-ADD3-4E68-AB8B-ADE9CECE27D0}" dt="2026-06-04T00:55:58.025" v="1217" actId="47"/>
        <pc:sldMkLst>
          <pc:docMk/>
          <pc:sldMk cId="3112773411" sldId="480"/>
        </pc:sldMkLst>
      </pc:sldChg>
      <pc:sldChg chg="addSp modSp add del mod ord">
        <pc:chgData name="Norbey Muñoz" userId="b7e811e8891ccd42" providerId="LiveId" clId="{2482167B-ADD3-4E68-AB8B-ADE9CECE27D0}" dt="2026-06-04T00:55:58.226" v="1218" actId="47"/>
        <pc:sldMkLst>
          <pc:docMk/>
          <pc:sldMk cId="2430543131" sldId="481"/>
        </pc:sldMkLst>
      </pc:sldChg>
      <pc:sldChg chg="addSp delSp modSp add del mod">
        <pc:chgData name="Norbey Muñoz" userId="b7e811e8891ccd42" providerId="LiveId" clId="{2482167B-ADD3-4E68-AB8B-ADE9CECE27D0}" dt="2026-06-04T00:55:58.433" v="1219" actId="47"/>
        <pc:sldMkLst>
          <pc:docMk/>
          <pc:sldMk cId="1153074959" sldId="482"/>
        </pc:sldMkLst>
      </pc:sldChg>
      <pc:sldChg chg="addSp delSp modSp add del mod ord">
        <pc:chgData name="Norbey Muñoz" userId="b7e811e8891ccd42" providerId="LiveId" clId="{2482167B-ADD3-4E68-AB8B-ADE9CECE27D0}" dt="2026-06-04T00:55:59.448" v="1224" actId="47"/>
        <pc:sldMkLst>
          <pc:docMk/>
          <pc:sldMk cId="3434270589" sldId="483"/>
        </pc:sldMkLst>
      </pc:sldChg>
      <pc:sldChg chg="addSp delSp modSp add del mod ord">
        <pc:chgData name="Norbey Muñoz" userId="b7e811e8891ccd42" providerId="LiveId" clId="{2482167B-ADD3-4E68-AB8B-ADE9CECE27D0}" dt="2026-06-04T00:55:58.624" v="1220" actId="47"/>
        <pc:sldMkLst>
          <pc:docMk/>
          <pc:sldMk cId="1863135041" sldId="484"/>
        </pc:sldMkLst>
      </pc:sldChg>
      <pc:sldChg chg="modSp add del mod ord">
        <pc:chgData name="Norbey Muñoz" userId="b7e811e8891ccd42" providerId="LiveId" clId="{2482167B-ADD3-4E68-AB8B-ADE9CECE27D0}" dt="2026-06-04T00:55:58.818" v="1221" actId="47"/>
        <pc:sldMkLst>
          <pc:docMk/>
          <pc:sldMk cId="4272370659" sldId="485"/>
        </pc:sldMkLst>
      </pc:sldChg>
      <pc:sldChg chg="addSp delSp modSp add del mod ord">
        <pc:chgData name="Norbey Muñoz" userId="b7e811e8891ccd42" providerId="LiveId" clId="{2482167B-ADD3-4E68-AB8B-ADE9CECE27D0}" dt="2026-06-04T00:55:59.031" v="1222" actId="47"/>
        <pc:sldMkLst>
          <pc:docMk/>
          <pc:sldMk cId="360221100" sldId="486"/>
        </pc:sldMkLst>
      </pc:sldChg>
      <pc:sldChg chg="addSp delSp modSp add del mod">
        <pc:chgData name="Norbey Muñoz" userId="b7e811e8891ccd42" providerId="LiveId" clId="{2482167B-ADD3-4E68-AB8B-ADE9CECE27D0}" dt="2026-06-04T00:55:59.228" v="1223" actId="47"/>
        <pc:sldMkLst>
          <pc:docMk/>
          <pc:sldMk cId="2217228828" sldId="487"/>
        </pc:sldMkLst>
      </pc:sldChg>
      <pc:sldChg chg="addSp delSp modSp add del mod ord">
        <pc:chgData name="Norbey Muñoz" userId="b7e811e8891ccd42" providerId="LiveId" clId="{2482167B-ADD3-4E68-AB8B-ADE9CECE27D0}" dt="2026-06-04T00:56:00.034" v="1225" actId="47"/>
        <pc:sldMkLst>
          <pc:docMk/>
          <pc:sldMk cId="2087712859" sldId="488"/>
        </pc:sldMkLst>
      </pc:sldChg>
      <pc:sldChg chg="addSp delSp modSp add del mod">
        <pc:chgData name="Norbey Muñoz" userId="b7e811e8891ccd42" providerId="LiveId" clId="{2482167B-ADD3-4E68-AB8B-ADE9CECE27D0}" dt="2026-06-04T00:56:00.454" v="1226" actId="47"/>
        <pc:sldMkLst>
          <pc:docMk/>
          <pc:sldMk cId="3709455048" sldId="489"/>
        </pc:sldMkLst>
      </pc:sldChg>
      <pc:sldChg chg="addSp delSp modSp add del mod">
        <pc:chgData name="Norbey Muñoz" userId="b7e811e8891ccd42" providerId="LiveId" clId="{2482167B-ADD3-4E68-AB8B-ADE9CECE27D0}" dt="2026-06-04T00:56:01.274" v="1227" actId="47"/>
        <pc:sldMkLst>
          <pc:docMk/>
          <pc:sldMk cId="182189297" sldId="490"/>
        </pc:sldMkLst>
      </pc:sldChg>
      <pc:sldChg chg="delSp add ord">
        <pc:chgData name="Norbey Muñoz" userId="b7e811e8891ccd42" providerId="LiveId" clId="{2482167B-ADD3-4E68-AB8B-ADE9CECE27D0}" dt="2026-06-01T04:03:13.501" v="811"/>
        <pc:sldMkLst>
          <pc:docMk/>
          <pc:sldMk cId="3978278495" sldId="491"/>
        </pc:sldMkLst>
      </pc:sldChg>
      <pc:sldChg chg="addSp modSp add mod">
        <pc:chgData name="Norbey Muñoz" userId="b7e811e8891ccd42" providerId="LiveId" clId="{2482167B-ADD3-4E68-AB8B-ADE9CECE27D0}" dt="2026-06-01T16:39:03.316" v="1045" actId="14100"/>
        <pc:sldMkLst>
          <pc:docMk/>
          <pc:sldMk cId="3362891091" sldId="492"/>
        </pc:sldMkLst>
        <pc:spChg chg="add mod">
          <ac:chgData name="Norbey Muñoz" userId="b7e811e8891ccd42" providerId="LiveId" clId="{2482167B-ADD3-4E68-AB8B-ADE9CECE27D0}" dt="2026-06-01T13:55:52.524" v="887" actId="1076"/>
          <ac:spMkLst>
            <pc:docMk/>
            <pc:sldMk cId="3362891091" sldId="492"/>
            <ac:spMk id="2" creationId="{26958CA2-6B45-C15B-A414-966AAA17AAC3}"/>
          </ac:spMkLst>
        </pc:spChg>
        <pc:spChg chg="mod">
          <ac:chgData name="Norbey Muñoz" userId="b7e811e8891ccd42" providerId="LiveId" clId="{2482167B-ADD3-4E68-AB8B-ADE9CECE27D0}" dt="2026-06-01T16:38:37.435" v="1040" actId="403"/>
          <ac:spMkLst>
            <pc:docMk/>
            <pc:sldMk cId="3362891091" sldId="492"/>
            <ac:spMk id="3" creationId="{21AB5096-BEF1-B565-C9D1-48CCCAE08BAE}"/>
          </ac:spMkLst>
        </pc:spChg>
        <pc:spChg chg="add mod">
          <ac:chgData name="Norbey Muñoz" userId="b7e811e8891ccd42" providerId="LiveId" clId="{2482167B-ADD3-4E68-AB8B-ADE9CECE27D0}" dt="2026-06-01T16:38:59.525" v="1044" actId="1076"/>
          <ac:spMkLst>
            <pc:docMk/>
            <pc:sldMk cId="3362891091" sldId="492"/>
            <ac:spMk id="4" creationId="{20943759-B967-785B-15F2-E5C3C97C1819}"/>
          </ac:spMkLst>
        </pc:spChg>
        <pc:spChg chg="mod">
          <ac:chgData name="Norbey Muñoz" userId="b7e811e8891ccd42" providerId="LiveId" clId="{2482167B-ADD3-4E68-AB8B-ADE9CECE27D0}" dt="2026-06-01T13:55:52.524" v="887" actId="1076"/>
          <ac:spMkLst>
            <pc:docMk/>
            <pc:sldMk cId="3362891091" sldId="492"/>
            <ac:spMk id="200" creationId="{A2D57F0C-6E22-25CD-E18D-6376B9418A99}"/>
          </ac:spMkLst>
        </pc:spChg>
        <pc:picChg chg="add mod modCrop">
          <ac:chgData name="Norbey Muñoz" userId="b7e811e8891ccd42" providerId="LiveId" clId="{2482167B-ADD3-4E68-AB8B-ADE9CECE27D0}" dt="2026-06-01T16:39:03.316" v="1045" actId="14100"/>
          <ac:picMkLst>
            <pc:docMk/>
            <pc:sldMk cId="3362891091" sldId="492"/>
            <ac:picMk id="6" creationId="{4C93F31F-C2F2-5C0E-DD43-317DF0B73DC0}"/>
          </ac:picMkLst>
        </pc:picChg>
      </pc:sldChg>
      <pc:sldChg chg="addSp delSp modSp add mod ord">
        <pc:chgData name="Norbey Muñoz" userId="b7e811e8891ccd42" providerId="LiveId" clId="{2482167B-ADD3-4E68-AB8B-ADE9CECE27D0}" dt="2026-06-01T16:39:11.777" v="1047" actId="403"/>
        <pc:sldMkLst>
          <pc:docMk/>
          <pc:sldMk cId="2861901157" sldId="493"/>
        </pc:sldMkLst>
        <pc:spChg chg="mod">
          <ac:chgData name="Norbey Muñoz" userId="b7e811e8891ccd42" providerId="LiveId" clId="{2482167B-ADD3-4E68-AB8B-ADE9CECE27D0}" dt="2026-06-01T16:39:08.967" v="1046" actId="403"/>
          <ac:spMkLst>
            <pc:docMk/>
            <pc:sldMk cId="2861901157" sldId="493"/>
            <ac:spMk id="3" creationId="{F9AB50E2-6FB2-26A4-27C4-256832BE9EB0}"/>
          </ac:spMkLst>
        </pc:spChg>
        <pc:spChg chg="mod">
          <ac:chgData name="Norbey Muñoz" userId="b7e811e8891ccd42" providerId="LiveId" clId="{2482167B-ADD3-4E68-AB8B-ADE9CECE27D0}" dt="2026-06-01T13:58:14.303" v="892" actId="14100"/>
          <ac:spMkLst>
            <pc:docMk/>
            <pc:sldMk cId="2861901157" sldId="493"/>
            <ac:spMk id="200" creationId="{AC30A412-BE57-CD11-89B2-3E9B9BA6D127}"/>
          </ac:spMkLst>
        </pc:spChg>
        <pc:graphicFrameChg chg="add mod modGraphic">
          <ac:chgData name="Norbey Muñoz" userId="b7e811e8891ccd42" providerId="LiveId" clId="{2482167B-ADD3-4E68-AB8B-ADE9CECE27D0}" dt="2026-06-01T16:39:11.777" v="1047" actId="403"/>
          <ac:graphicFrameMkLst>
            <pc:docMk/>
            <pc:sldMk cId="2861901157" sldId="493"/>
            <ac:graphicFrameMk id="5" creationId="{FA875C77-3C16-3C30-9BF4-AA09BDFFAAEF}"/>
          </ac:graphicFrameMkLst>
        </pc:graphicFrameChg>
      </pc:sldChg>
      <pc:sldChg chg="addSp delSp modSp add mod">
        <pc:chgData name="Norbey Muñoz" userId="b7e811e8891ccd42" providerId="LiveId" clId="{2482167B-ADD3-4E68-AB8B-ADE9CECE27D0}" dt="2026-06-01T14:05:57.730" v="919" actId="1076"/>
        <pc:sldMkLst>
          <pc:docMk/>
          <pc:sldMk cId="618743538" sldId="494"/>
        </pc:sldMkLst>
        <pc:picChg chg="add mod">
          <ac:chgData name="Norbey Muñoz" userId="b7e811e8891ccd42" providerId="LiveId" clId="{2482167B-ADD3-4E68-AB8B-ADE9CECE27D0}" dt="2026-06-01T14:05:57.730" v="919" actId="1076"/>
          <ac:picMkLst>
            <pc:docMk/>
            <pc:sldMk cId="618743538" sldId="494"/>
            <ac:picMk id="4" creationId="{14181078-0D02-26FC-1BD6-E5798CA4D933}"/>
          </ac:picMkLst>
        </pc:picChg>
      </pc:sldChg>
      <pc:sldChg chg="addSp delSp modSp add mod ord">
        <pc:chgData name="Norbey Muñoz" userId="b7e811e8891ccd42" providerId="LiveId" clId="{2482167B-ADD3-4E68-AB8B-ADE9CECE27D0}" dt="2026-06-01T16:39:31.286" v="1054" actId="1076"/>
        <pc:sldMkLst>
          <pc:docMk/>
          <pc:sldMk cId="429753746" sldId="495"/>
        </pc:sldMkLst>
        <pc:spChg chg="mod">
          <ac:chgData name="Norbey Muñoz" userId="b7e811e8891ccd42" providerId="LiveId" clId="{2482167B-ADD3-4E68-AB8B-ADE9CECE27D0}" dt="2026-06-01T16:39:31.286" v="1054" actId="1076"/>
          <ac:spMkLst>
            <pc:docMk/>
            <pc:sldMk cId="429753746" sldId="495"/>
            <ac:spMk id="3" creationId="{9E4DF916-43A1-9AF3-DCB2-D34D848BE3F7}"/>
          </ac:spMkLst>
        </pc:spChg>
        <pc:spChg chg="mod">
          <ac:chgData name="Norbey Muñoz" userId="b7e811e8891ccd42" providerId="LiveId" clId="{2482167B-ADD3-4E68-AB8B-ADE9CECE27D0}" dt="2026-06-01T14:06:39.598" v="923"/>
          <ac:spMkLst>
            <pc:docMk/>
            <pc:sldMk cId="429753746" sldId="495"/>
            <ac:spMk id="200" creationId="{535C4455-B3C5-E71D-B80D-46EA5B483768}"/>
          </ac:spMkLst>
        </pc:spChg>
        <pc:graphicFrameChg chg="add mod modGraphic">
          <ac:chgData name="Norbey Muñoz" userId="b7e811e8891ccd42" providerId="LiveId" clId="{2482167B-ADD3-4E68-AB8B-ADE9CECE27D0}" dt="2026-06-01T16:39:25.100" v="1052" actId="403"/>
          <ac:graphicFrameMkLst>
            <pc:docMk/>
            <pc:sldMk cId="429753746" sldId="495"/>
            <ac:graphicFrameMk id="2" creationId="{6DA1FB83-E26C-F405-C836-E1284A8E8EEC}"/>
          </ac:graphicFrameMkLst>
        </pc:graphicFrameChg>
      </pc:sldChg>
      <pc:sldChg chg="addSp delSp modSp add mod">
        <pc:chgData name="Norbey Muñoz" userId="b7e811e8891ccd42" providerId="LiveId" clId="{2482167B-ADD3-4E68-AB8B-ADE9CECE27D0}" dt="2026-06-01T16:35:02.044" v="961" actId="1076"/>
        <pc:sldMkLst>
          <pc:docMk/>
          <pc:sldMk cId="314065694" sldId="496"/>
        </pc:sldMkLst>
        <pc:picChg chg="add mod">
          <ac:chgData name="Norbey Muñoz" userId="b7e811e8891ccd42" providerId="LiveId" clId="{2482167B-ADD3-4E68-AB8B-ADE9CECE27D0}" dt="2026-06-01T16:35:02.044" v="961" actId="1076"/>
          <ac:picMkLst>
            <pc:docMk/>
            <pc:sldMk cId="314065694" sldId="496"/>
            <ac:picMk id="5" creationId="{E41028C5-DE75-54A7-C651-DCB2319ED2C0}"/>
          </ac:picMkLst>
        </pc:picChg>
      </pc:sldChg>
      <pc:sldChg chg="addSp delSp modSp add mod ord">
        <pc:chgData name="Norbey Muñoz" userId="b7e811e8891ccd42" providerId="LiveId" clId="{2482167B-ADD3-4E68-AB8B-ADE9CECE27D0}" dt="2026-06-01T16:39:52.680" v="1062" actId="1076"/>
        <pc:sldMkLst>
          <pc:docMk/>
          <pc:sldMk cId="3379245933" sldId="497"/>
        </pc:sldMkLst>
        <pc:spChg chg="add mod">
          <ac:chgData name="Norbey Muñoz" userId="b7e811e8891ccd42" providerId="LiveId" clId="{2482167B-ADD3-4E68-AB8B-ADE9CECE27D0}" dt="2026-06-01T16:38:23.766" v="1037" actId="1076"/>
          <ac:spMkLst>
            <pc:docMk/>
            <pc:sldMk cId="3379245933" sldId="497"/>
            <ac:spMk id="2" creationId="{D01B74B1-EE98-3761-FDD4-2235A658EF53}"/>
          </ac:spMkLst>
        </pc:spChg>
        <pc:spChg chg="mod">
          <ac:chgData name="Norbey Muñoz" userId="b7e811e8891ccd42" providerId="LiveId" clId="{2482167B-ADD3-4E68-AB8B-ADE9CECE27D0}" dt="2026-06-01T16:39:52.680" v="1062" actId="1076"/>
          <ac:spMkLst>
            <pc:docMk/>
            <pc:sldMk cId="3379245933" sldId="497"/>
            <ac:spMk id="3" creationId="{A9FA548A-162A-1876-8647-A1333F640D84}"/>
          </ac:spMkLst>
        </pc:spChg>
        <pc:spChg chg="add mod">
          <ac:chgData name="Norbey Muñoz" userId="b7e811e8891ccd42" providerId="LiveId" clId="{2482167B-ADD3-4E68-AB8B-ADE9CECE27D0}" dt="2026-06-01T16:39:49.858" v="1061" actId="1076"/>
          <ac:spMkLst>
            <pc:docMk/>
            <pc:sldMk cId="3379245933" sldId="497"/>
            <ac:spMk id="4" creationId="{25C98AE5-6537-E4C5-4171-E2C39DF9FB3B}"/>
          </ac:spMkLst>
        </pc:spChg>
        <pc:spChg chg="mod">
          <ac:chgData name="Norbey Muñoz" userId="b7e811e8891ccd42" providerId="LiveId" clId="{2482167B-ADD3-4E68-AB8B-ADE9CECE27D0}" dt="2026-06-01T16:35:39.944" v="990" actId="20577"/>
          <ac:spMkLst>
            <pc:docMk/>
            <pc:sldMk cId="3379245933" sldId="497"/>
            <ac:spMk id="200" creationId="{7F791203-CAE4-7EF4-176E-D1E097EB07EC}"/>
          </ac:spMkLst>
        </pc:spChg>
      </pc:sldChg>
      <pc:sldChg chg="addSp delSp modSp add mod">
        <pc:chgData name="Norbey Muñoz" userId="b7e811e8891ccd42" providerId="LiveId" clId="{2482167B-ADD3-4E68-AB8B-ADE9CECE27D0}" dt="2026-06-01T16:43:24.499" v="1115" actId="1076"/>
        <pc:sldMkLst>
          <pc:docMk/>
          <pc:sldMk cId="1059677826" sldId="498"/>
        </pc:sldMkLst>
        <pc:spChg chg="mod">
          <ac:chgData name="Norbey Muñoz" userId="b7e811e8891ccd42" providerId="LiveId" clId="{2482167B-ADD3-4E68-AB8B-ADE9CECE27D0}" dt="2026-06-01T16:42:59.860" v="1110" actId="1076"/>
          <ac:spMkLst>
            <pc:docMk/>
            <pc:sldMk cId="1059677826" sldId="498"/>
            <ac:spMk id="2" creationId="{80E0C039-C791-1232-54C1-76481CBA1653}"/>
          </ac:spMkLst>
        </pc:spChg>
        <pc:spChg chg="add mod">
          <ac:chgData name="Norbey Muñoz" userId="b7e811e8891ccd42" providerId="LiveId" clId="{2482167B-ADD3-4E68-AB8B-ADE9CECE27D0}" dt="2026-06-01T16:43:15.899" v="1114" actId="12"/>
          <ac:spMkLst>
            <pc:docMk/>
            <pc:sldMk cId="1059677826" sldId="498"/>
            <ac:spMk id="7" creationId="{D631E1D9-B40E-FD3B-F5FE-7D6A45B1B433}"/>
          </ac:spMkLst>
        </pc:spChg>
        <pc:picChg chg="add mod">
          <ac:chgData name="Norbey Muñoz" userId="b7e811e8891ccd42" providerId="LiveId" clId="{2482167B-ADD3-4E68-AB8B-ADE9CECE27D0}" dt="2026-06-01T16:43:24.499" v="1115" actId="1076"/>
          <ac:picMkLst>
            <pc:docMk/>
            <pc:sldMk cId="1059677826" sldId="498"/>
            <ac:picMk id="6" creationId="{6E3E400C-6E8D-1B5F-B906-91EDC6E75853}"/>
          </ac:picMkLst>
        </pc:picChg>
      </pc:sldChg>
      <pc:sldChg chg="addSp delSp modSp add mod">
        <pc:chgData name="Norbey Muñoz" userId="b7e811e8891ccd42" providerId="LiveId" clId="{2482167B-ADD3-4E68-AB8B-ADE9CECE27D0}" dt="2026-06-01T16:46:05.033" v="1145"/>
        <pc:sldMkLst>
          <pc:docMk/>
          <pc:sldMk cId="1159659045" sldId="499"/>
        </pc:sldMkLst>
        <pc:spChg chg="mod">
          <ac:chgData name="Norbey Muñoz" userId="b7e811e8891ccd42" providerId="LiveId" clId="{2482167B-ADD3-4E68-AB8B-ADE9CECE27D0}" dt="2026-06-01T16:43:43.073" v="1138" actId="20577"/>
          <ac:spMkLst>
            <pc:docMk/>
            <pc:sldMk cId="1159659045" sldId="499"/>
            <ac:spMk id="2" creationId="{49BC5E5D-426D-5232-512C-62F032BC3EFA}"/>
          </ac:spMkLst>
        </pc:spChg>
        <pc:spChg chg="mod">
          <ac:chgData name="Norbey Muñoz" userId="b7e811e8891ccd42" providerId="LiveId" clId="{2482167B-ADD3-4E68-AB8B-ADE9CECE27D0}" dt="2026-06-01T16:46:05.033" v="1145"/>
          <ac:spMkLst>
            <pc:docMk/>
            <pc:sldMk cId="1159659045" sldId="499"/>
            <ac:spMk id="7" creationId="{413ECEA8-884F-3FE5-AC55-E7A02D709BE1}"/>
          </ac:spMkLst>
        </pc:spChg>
        <pc:picChg chg="add mod">
          <ac:chgData name="Norbey Muñoz" userId="b7e811e8891ccd42" providerId="LiveId" clId="{2482167B-ADD3-4E68-AB8B-ADE9CECE27D0}" dt="2026-06-01T16:45:21.385" v="1141" actId="1076"/>
          <ac:picMkLst>
            <pc:docMk/>
            <pc:sldMk cId="1159659045" sldId="499"/>
            <ac:picMk id="4" creationId="{99D8AD65-C447-FA4D-82D3-EFCF708C2976}"/>
          </ac:picMkLst>
        </pc:picChg>
      </pc:sldChg>
      <pc:sldChg chg="delSp modSp add mod">
        <pc:chgData name="Norbey Muñoz" userId="b7e811e8891ccd42" providerId="LiveId" clId="{2482167B-ADD3-4E68-AB8B-ADE9CECE27D0}" dt="2026-06-01T16:50:30.584" v="1191" actId="20577"/>
        <pc:sldMkLst>
          <pc:docMk/>
          <pc:sldMk cId="3020706274" sldId="500"/>
        </pc:sldMkLst>
        <pc:spChg chg="mod">
          <ac:chgData name="Norbey Muñoz" userId="b7e811e8891ccd42" providerId="LiveId" clId="{2482167B-ADD3-4E68-AB8B-ADE9CECE27D0}" dt="2026-06-01T16:46:33.952" v="1171" actId="20577"/>
          <ac:spMkLst>
            <pc:docMk/>
            <pc:sldMk cId="3020706274" sldId="500"/>
            <ac:spMk id="2" creationId="{C69AA044-732D-0BBD-4B36-65AA4E49B2F5}"/>
          </ac:spMkLst>
        </pc:spChg>
        <pc:spChg chg="mod">
          <ac:chgData name="Norbey Muñoz" userId="b7e811e8891ccd42" providerId="LiveId" clId="{2482167B-ADD3-4E68-AB8B-ADE9CECE27D0}" dt="2026-06-01T16:50:30.584" v="1191" actId="20577"/>
          <ac:spMkLst>
            <pc:docMk/>
            <pc:sldMk cId="3020706274" sldId="500"/>
            <ac:spMk id="7" creationId="{E1B75FFA-73F6-8A9B-A75F-9281FF7E1204}"/>
          </ac:spMkLst>
        </pc:spChg>
      </pc:sldChg>
      <pc:sldChg chg="addSp delSp modSp add mod">
        <pc:chgData name="Norbey Muñoz" userId="b7e811e8891ccd42" providerId="LiveId" clId="{2482167B-ADD3-4E68-AB8B-ADE9CECE27D0}" dt="2026-06-03T01:21:58.458" v="1203" actId="1076"/>
        <pc:sldMkLst>
          <pc:docMk/>
          <pc:sldMk cId="2460775755" sldId="501"/>
        </pc:sldMkLst>
        <pc:spChg chg="add del">
          <ac:chgData name="Norbey Muñoz" userId="b7e811e8891ccd42" providerId="LiveId" clId="{2482167B-ADD3-4E68-AB8B-ADE9CECE27D0}" dt="2026-06-03T01:21:44.871" v="1198" actId="22"/>
          <ac:spMkLst>
            <pc:docMk/>
            <pc:sldMk cId="2460775755" sldId="501"/>
            <ac:spMk id="5" creationId="{45C288D7-3BD3-FF52-9145-A936DBBE57DC}"/>
          </ac:spMkLst>
        </pc:spChg>
        <pc:picChg chg="add del mod">
          <ac:chgData name="Norbey Muñoz" userId="b7e811e8891ccd42" providerId="LiveId" clId="{2482167B-ADD3-4E68-AB8B-ADE9CECE27D0}" dt="2026-06-03T01:15:35.072" v="1196" actId="478"/>
          <ac:picMkLst>
            <pc:docMk/>
            <pc:sldMk cId="2460775755" sldId="501"/>
            <ac:picMk id="4" creationId="{2E7F2AE9-3AFE-540C-29AF-6DF5617B842A}"/>
          </ac:picMkLst>
        </pc:picChg>
        <pc:picChg chg="add mod">
          <ac:chgData name="Norbey Muñoz" userId="b7e811e8891ccd42" providerId="LiveId" clId="{2482167B-ADD3-4E68-AB8B-ADE9CECE27D0}" dt="2026-06-03T01:21:58.458" v="1203" actId="1076"/>
          <ac:picMkLst>
            <pc:docMk/>
            <pc:sldMk cId="2460775755" sldId="501"/>
            <ac:picMk id="7" creationId="{73A704DD-6E9F-E843-E15D-811389F97700}"/>
          </ac:picMkLst>
        </pc:picChg>
      </pc:sldChg>
      <pc:sldMasterChg chg="delSldLayout">
        <pc:chgData name="Norbey Muñoz" userId="b7e811e8891ccd42" providerId="LiveId" clId="{2482167B-ADD3-4E68-AB8B-ADE9CECE27D0}" dt="2026-06-04T00:56:01.274" v="1227" actId="47"/>
        <pc:sldMasterMkLst>
          <pc:docMk/>
          <pc:sldMasterMk cId="0" sldId="2147483648"/>
        </pc:sldMasterMkLst>
        <pc:sldLayoutChg chg="del">
          <pc:chgData name="Norbey Muñoz" userId="b7e811e8891ccd42" providerId="LiveId" clId="{2482167B-ADD3-4E68-AB8B-ADE9CECE27D0}" dt="2026-06-04T00:56:01.274" v="1227" actId="47"/>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58" name="Shape 15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CO" sz="2200" b="0" i="0" dirty="0">
                <a:effectLst/>
                <a:latin typeface="+mj-lt"/>
                <a:ea typeface="+mj-ea"/>
                <a:cs typeface="+mj-cs"/>
                <a:sym typeface="Helvetica Neue"/>
              </a:rPr>
              <a:t>Para garantizar la resistencia, se configuran un mínimo de tres zonas de disponibilidad independientes en todas las regiones habilitadas. Pero no todas las regiones de Azure admiten actualmente las zonas de disponibilidad.</a:t>
            </a:r>
            <a:endParaRPr lang="es-CO" dirty="0"/>
          </a:p>
        </p:txBody>
      </p:sp>
    </p:spTree>
    <p:extLst>
      <p:ext uri="{BB962C8B-B14F-4D97-AF65-F5344CB8AC3E}">
        <p14:creationId xmlns:p14="http://schemas.microsoft.com/office/powerpoint/2010/main" val="2338875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ítulo">
    <p:spTree>
      <p:nvGrpSpPr>
        <p:cNvPr id="1" name=""/>
        <p:cNvGrpSpPr/>
        <p:nvPr/>
      </p:nvGrpSpPr>
      <p:grpSpPr>
        <a:xfrm>
          <a:off x="0" y="0"/>
          <a:ext cx="0" cy="0"/>
          <a:chOff x="0" y="0"/>
          <a:chExt cx="0" cy="0"/>
        </a:xfrm>
      </p:grpSpPr>
      <p:sp>
        <p:nvSpPr>
          <p:cNvPr id="11" name="Nivel de texto 1…"/>
          <p:cNvSpPr txBox="1">
            <a:spLocks noGrp="1"/>
          </p:cNvSpPr>
          <p:nvPr>
            <p:ph type="body" sz="quarter" idx="1" hasCustomPrompt="1"/>
          </p:nvPr>
        </p:nvSpPr>
        <p:spPr>
          <a:xfrm>
            <a:off x="4030266" y="12174594"/>
            <a:ext cx="16323471" cy="648368"/>
          </a:xfrm>
          <a:prstGeom prst="rect">
            <a:avLst/>
          </a:prstGeom>
        </p:spPr>
        <p:txBody>
          <a:bodyPr anchor="b"/>
          <a:lstStyle>
            <a:lvl1pPr marL="0" indent="0" defTabSz="825478">
              <a:lnSpc>
                <a:spcPct val="100000"/>
              </a:lnSpc>
              <a:spcBef>
                <a:spcPts val="0"/>
              </a:spcBef>
              <a:buSzTx/>
              <a:buNone/>
              <a:defRPr sz="3200" b="1"/>
            </a:lvl1pPr>
            <a:lvl2pPr marL="787379" indent="-406389" defTabSz="825478">
              <a:lnSpc>
                <a:spcPct val="100000"/>
              </a:lnSpc>
              <a:spcBef>
                <a:spcPts val="0"/>
              </a:spcBef>
              <a:defRPr sz="3200" b="1"/>
            </a:lvl2pPr>
            <a:lvl3pPr marL="1168371" indent="-406390" defTabSz="825478">
              <a:lnSpc>
                <a:spcPct val="100000"/>
              </a:lnSpc>
              <a:spcBef>
                <a:spcPts val="0"/>
              </a:spcBef>
              <a:defRPr sz="3200" b="1"/>
            </a:lvl3pPr>
            <a:lvl4pPr marL="1549359" indent="-406390" defTabSz="825478">
              <a:lnSpc>
                <a:spcPct val="100000"/>
              </a:lnSpc>
              <a:spcBef>
                <a:spcPts val="0"/>
              </a:spcBef>
              <a:defRPr sz="3200" b="1"/>
            </a:lvl4pPr>
            <a:lvl5pPr marL="1930350" indent="-406390" defTabSz="825478">
              <a:lnSpc>
                <a:spcPct val="100000"/>
              </a:lnSpc>
              <a:spcBef>
                <a:spcPts val="0"/>
              </a:spcBef>
              <a:defRPr sz="3200" b="1"/>
            </a:lvl5pPr>
          </a:lstStyle>
          <a:p>
            <a:r>
              <a:t>Autor y fecha</a:t>
            </a:r>
          </a:p>
          <a:p>
            <a:pPr lvl="1"/>
            <a:endParaRPr/>
          </a:p>
          <a:p>
            <a:pPr lvl="2"/>
            <a:endParaRPr/>
          </a:p>
          <a:p>
            <a:pPr lvl="3"/>
            <a:endParaRPr/>
          </a:p>
          <a:p>
            <a:pPr lvl="4"/>
            <a:endParaRPr/>
          </a:p>
        </p:txBody>
      </p:sp>
      <p:sp>
        <p:nvSpPr>
          <p:cNvPr id="12" name="Título de la presentación"/>
          <p:cNvSpPr txBox="1">
            <a:spLocks noGrp="1"/>
          </p:cNvSpPr>
          <p:nvPr>
            <p:ph type="title" hasCustomPrompt="1"/>
          </p:nvPr>
        </p:nvSpPr>
        <p:spPr>
          <a:xfrm>
            <a:off x="4030266" y="2607467"/>
            <a:ext cx="16325238" cy="4643442"/>
          </a:xfrm>
          <a:prstGeom prst="rect">
            <a:avLst/>
          </a:prstGeom>
        </p:spPr>
        <p:txBody>
          <a:bodyPr anchor="b"/>
          <a:lstStyle>
            <a:lvl1pPr>
              <a:defRPr sz="11400" spc="-228"/>
            </a:lvl1pPr>
          </a:lstStyle>
          <a:p>
            <a:r>
              <a:t>Título de la presentación</a:t>
            </a:r>
          </a:p>
        </p:txBody>
      </p:sp>
      <p:sp>
        <p:nvSpPr>
          <p:cNvPr id="13" name="Nivel de texto 1…"/>
          <p:cNvSpPr txBox="1">
            <a:spLocks noGrp="1"/>
          </p:cNvSpPr>
          <p:nvPr>
            <p:ph type="body" sz="quarter" idx="21" hasCustomPrompt="1"/>
          </p:nvPr>
        </p:nvSpPr>
        <p:spPr>
          <a:xfrm>
            <a:off x="4030264" y="7179467"/>
            <a:ext cx="16323473" cy="2048065"/>
          </a:xfrm>
          <a:prstGeom prst="rect">
            <a:avLst/>
          </a:prstGeom>
        </p:spPr>
        <p:txBody>
          <a:bodyPr/>
          <a:lstStyle>
            <a:lvl1pPr marL="0" indent="0" defTabSz="825478">
              <a:lnSpc>
                <a:spcPct val="100000"/>
              </a:lnSpc>
              <a:spcBef>
                <a:spcPts val="0"/>
              </a:spcBef>
              <a:buSzTx/>
              <a:buNone/>
              <a:defRPr sz="5200" b="1"/>
            </a:lvl1pPr>
          </a:lstStyle>
          <a:p>
            <a:r>
              <a:t>Subtítulo de la presentación</a:t>
            </a:r>
          </a:p>
        </p:txBody>
      </p:sp>
      <p:sp>
        <p:nvSpPr>
          <p:cNvPr id="14" name="Número de diapositiva"/>
          <p:cNvSpPr txBox="1">
            <a:spLocks noGrp="1"/>
          </p:cNvSpPr>
          <p:nvPr>
            <p:ph type="sldNum" sz="quarter" idx="2"/>
          </p:nvPr>
        </p:nvSpPr>
        <p:spPr>
          <a:xfrm>
            <a:off x="11987114" y="12954305"/>
            <a:ext cx="409775" cy="415870"/>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ítulo y viñetas">
    <p:spTree>
      <p:nvGrpSpPr>
        <p:cNvPr id="1" name=""/>
        <p:cNvGrpSpPr/>
        <p:nvPr/>
      </p:nvGrpSpPr>
      <p:grpSpPr>
        <a:xfrm>
          <a:off x="0" y="0"/>
          <a:ext cx="0" cy="0"/>
          <a:chOff x="0" y="0"/>
          <a:chExt cx="0" cy="0"/>
        </a:xfrm>
      </p:grpSpPr>
      <p:sp>
        <p:nvSpPr>
          <p:cNvPr id="32" name="Nivel de texto 1…"/>
          <p:cNvSpPr txBox="1">
            <a:spLocks noGrp="1"/>
          </p:cNvSpPr>
          <p:nvPr>
            <p:ph type="body" idx="1" hasCustomPrompt="1"/>
          </p:nvPr>
        </p:nvSpPr>
        <p:spPr>
          <a:prstGeom prst="rect">
            <a:avLst/>
          </a:prstGeom>
        </p:spPr>
        <p:txBody>
          <a:bodyPr/>
          <a:lstStyle/>
          <a:p>
            <a:r>
              <a:t>Texto de viñeta de la diapositiva</a:t>
            </a:r>
          </a:p>
          <a:p>
            <a:pPr lvl="1"/>
            <a:endParaRPr/>
          </a:p>
          <a:p>
            <a:pPr lvl="2"/>
            <a:endParaRPr/>
          </a:p>
          <a:p>
            <a:pPr lvl="3"/>
            <a:endParaRPr/>
          </a:p>
          <a:p>
            <a:pPr lvl="4"/>
            <a:endParaRPr/>
          </a:p>
        </p:txBody>
      </p:sp>
      <p:sp>
        <p:nvSpPr>
          <p:cNvPr id="33" name="Subtítulo de la diapositiva"/>
          <p:cNvSpPr txBox="1">
            <a:spLocks noGrp="1"/>
          </p:cNvSpPr>
          <p:nvPr>
            <p:ph type="body" sz="quarter" idx="21" hasCustomPrompt="1"/>
          </p:nvPr>
        </p:nvSpPr>
        <p:spPr>
          <a:xfrm>
            <a:off x="4030264" y="1987001"/>
            <a:ext cx="16323473" cy="944722"/>
          </a:xfrm>
          <a:prstGeom prst="rect">
            <a:avLst/>
          </a:prstGeom>
        </p:spPr>
        <p:txBody>
          <a:bodyPr/>
          <a:lstStyle>
            <a:lvl1pPr marL="0" indent="0" defTabSz="825478">
              <a:lnSpc>
                <a:spcPct val="100000"/>
              </a:lnSpc>
              <a:spcBef>
                <a:spcPts val="0"/>
              </a:spcBef>
              <a:buSzTx/>
              <a:buNone/>
              <a:defRPr sz="5200" b="1"/>
            </a:lvl1pPr>
          </a:lstStyle>
          <a:p>
            <a:r>
              <a:t>Subtítulo de la diapositiva</a:t>
            </a:r>
          </a:p>
        </p:txBody>
      </p:sp>
      <p:sp>
        <p:nvSpPr>
          <p:cNvPr id="34" name="Título de la diapositiva"/>
          <p:cNvSpPr txBox="1">
            <a:spLocks noGrp="1"/>
          </p:cNvSpPr>
          <p:nvPr>
            <p:ph type="title" hasCustomPrompt="1"/>
          </p:nvPr>
        </p:nvSpPr>
        <p:spPr>
          <a:prstGeom prst="rect">
            <a:avLst/>
          </a:prstGeom>
        </p:spPr>
        <p:txBody>
          <a:bodyPr/>
          <a:lstStyle/>
          <a:p>
            <a:r>
              <a:t>Título de la diapositiva</a:t>
            </a:r>
          </a:p>
        </p:txBody>
      </p:sp>
      <p:sp>
        <p:nvSpPr>
          <p:cNvPr id="35"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Viñetas">
    <p:spTree>
      <p:nvGrpSpPr>
        <p:cNvPr id="1" name=""/>
        <p:cNvGrpSpPr/>
        <p:nvPr/>
      </p:nvGrpSpPr>
      <p:grpSpPr>
        <a:xfrm>
          <a:off x="0" y="0"/>
          <a:ext cx="0" cy="0"/>
          <a:chOff x="0" y="0"/>
          <a:chExt cx="0" cy="0"/>
        </a:xfrm>
      </p:grpSpPr>
      <p:sp>
        <p:nvSpPr>
          <p:cNvPr id="42" name="Nivel de texto 1…"/>
          <p:cNvSpPr txBox="1">
            <a:spLocks noGrp="1"/>
          </p:cNvSpPr>
          <p:nvPr>
            <p:ph type="body" idx="1" hasCustomPrompt="1"/>
          </p:nvPr>
        </p:nvSpPr>
        <p:spPr>
          <a:prstGeom prst="rect">
            <a:avLst/>
          </a:prstGeom>
        </p:spPr>
        <p:txBody>
          <a:bodyPr numCol="2" spcCol="828784"/>
          <a:lstStyle/>
          <a:p>
            <a:r>
              <a:t>Texto de viñeta de la diapositiva</a:t>
            </a:r>
          </a:p>
          <a:p>
            <a:pPr lvl="1"/>
            <a:endParaRPr/>
          </a:p>
          <a:p>
            <a:pPr lvl="2"/>
            <a:endParaRPr/>
          </a:p>
          <a:p>
            <a:pPr lvl="3"/>
            <a:endParaRPr/>
          </a:p>
          <a:p>
            <a:pPr lvl="4"/>
            <a:endParaRPr/>
          </a:p>
        </p:txBody>
      </p:sp>
      <p:sp>
        <p:nvSpPr>
          <p:cNvPr id="43"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viñetas y foto">
    <p:spTree>
      <p:nvGrpSpPr>
        <p:cNvPr id="1" name=""/>
        <p:cNvGrpSpPr/>
        <p:nvPr/>
      </p:nvGrpSpPr>
      <p:grpSpPr>
        <a:xfrm>
          <a:off x="0" y="0"/>
          <a:ext cx="0" cy="0"/>
          <a:chOff x="0" y="0"/>
          <a:chExt cx="0" cy="0"/>
        </a:xfrm>
      </p:grpSpPr>
      <p:sp>
        <p:nvSpPr>
          <p:cNvPr id="50" name="660384004_1290x1720.jpeg"/>
          <p:cNvSpPr>
            <a:spLocks noGrp="1"/>
          </p:cNvSpPr>
          <p:nvPr>
            <p:ph type="pic" sz="half" idx="21"/>
          </p:nvPr>
        </p:nvSpPr>
        <p:spPr>
          <a:xfrm>
            <a:off x="11727656" y="839390"/>
            <a:ext cx="9068102" cy="12090798"/>
          </a:xfrm>
          <a:prstGeom prst="rect">
            <a:avLst/>
          </a:prstGeom>
        </p:spPr>
        <p:txBody>
          <a:bodyPr lIns="91439" tIns="45719" rIns="91439" bIns="45719">
            <a:noAutofit/>
          </a:bodyPr>
          <a:lstStyle/>
          <a:p>
            <a:endParaRPr dirty="0"/>
          </a:p>
        </p:txBody>
      </p:sp>
      <p:sp>
        <p:nvSpPr>
          <p:cNvPr id="51" name="Título de la diapositiva"/>
          <p:cNvSpPr txBox="1">
            <a:spLocks noGrp="1"/>
          </p:cNvSpPr>
          <p:nvPr>
            <p:ph type="title" hasCustomPrompt="1"/>
          </p:nvPr>
        </p:nvSpPr>
        <p:spPr>
          <a:xfrm>
            <a:off x="4030266" y="625080"/>
            <a:ext cx="7179472" cy="1428751"/>
          </a:xfrm>
          <a:prstGeom prst="rect">
            <a:avLst/>
          </a:prstGeom>
        </p:spPr>
        <p:txBody>
          <a:bodyPr/>
          <a:lstStyle/>
          <a:p>
            <a:r>
              <a:t>Título de la diapositiva</a:t>
            </a:r>
          </a:p>
        </p:txBody>
      </p:sp>
      <p:sp>
        <p:nvSpPr>
          <p:cNvPr id="52" name="Nivel de texto 1…"/>
          <p:cNvSpPr txBox="1">
            <a:spLocks noGrp="1"/>
          </p:cNvSpPr>
          <p:nvPr>
            <p:ph type="body" sz="quarter" idx="1" hasCustomPrompt="1"/>
          </p:nvPr>
        </p:nvSpPr>
        <p:spPr>
          <a:xfrm>
            <a:off x="4030266" y="1987001"/>
            <a:ext cx="7179472" cy="944722"/>
          </a:xfrm>
          <a:prstGeom prst="rect">
            <a:avLst/>
          </a:prstGeom>
        </p:spPr>
        <p:txBody>
          <a:bodyPr/>
          <a:lstStyle>
            <a:lvl1pPr marL="0" indent="0" defTabSz="709913">
              <a:lnSpc>
                <a:spcPct val="100000"/>
              </a:lnSpc>
              <a:spcBef>
                <a:spcPts val="0"/>
              </a:spcBef>
              <a:buSzTx/>
              <a:buNone/>
              <a:defRPr sz="4400" b="1"/>
            </a:lvl1pPr>
            <a:lvl2pPr marL="939775" indent="-558784" defTabSz="709913">
              <a:lnSpc>
                <a:spcPct val="100000"/>
              </a:lnSpc>
              <a:spcBef>
                <a:spcPts val="0"/>
              </a:spcBef>
              <a:defRPr sz="4400" b="1"/>
            </a:lvl2pPr>
            <a:lvl3pPr marL="1320765" indent="-558784" defTabSz="709913">
              <a:lnSpc>
                <a:spcPct val="100000"/>
              </a:lnSpc>
              <a:spcBef>
                <a:spcPts val="0"/>
              </a:spcBef>
              <a:defRPr sz="4400" b="1"/>
            </a:lvl3pPr>
            <a:lvl4pPr marL="1701756" indent="-558786" defTabSz="709913">
              <a:lnSpc>
                <a:spcPct val="100000"/>
              </a:lnSpc>
              <a:spcBef>
                <a:spcPts val="0"/>
              </a:spcBef>
              <a:defRPr sz="4400" b="1"/>
            </a:lvl4pPr>
            <a:lvl5pPr marL="2082748" indent="-558786" defTabSz="709913">
              <a:lnSpc>
                <a:spcPct val="100000"/>
              </a:lnSpc>
              <a:spcBef>
                <a:spcPts val="0"/>
              </a:spcBef>
              <a:defRPr sz="4400" b="1"/>
            </a:lvl5pPr>
          </a:lstStyle>
          <a:p>
            <a:r>
              <a:t>Subtítulo de la diapositiva</a:t>
            </a:r>
          </a:p>
          <a:p>
            <a:pPr lvl="1"/>
            <a:endParaRPr/>
          </a:p>
          <a:p>
            <a:pPr lvl="2"/>
            <a:endParaRPr/>
          </a:p>
          <a:p>
            <a:pPr lvl="3"/>
            <a:endParaRPr/>
          </a:p>
          <a:p>
            <a:pPr lvl="4"/>
            <a:endParaRPr/>
          </a:p>
        </p:txBody>
      </p:sp>
      <p:sp>
        <p:nvSpPr>
          <p:cNvPr id="53" name="Nivel de texto 1…"/>
          <p:cNvSpPr txBox="1">
            <a:spLocks noGrp="1"/>
          </p:cNvSpPr>
          <p:nvPr>
            <p:ph type="body" sz="quarter" idx="22" hasCustomPrompt="1"/>
          </p:nvPr>
        </p:nvSpPr>
        <p:spPr>
          <a:xfrm>
            <a:off x="4030266" y="4894026"/>
            <a:ext cx="7179472" cy="7865383"/>
          </a:xfrm>
          <a:prstGeom prst="rect">
            <a:avLst/>
          </a:prstGeom>
        </p:spPr>
        <p:txBody>
          <a:bodyPr/>
          <a:lstStyle/>
          <a:p>
            <a:r>
              <a:t>Texto de viñeta de la diapositiva</a:t>
            </a:r>
          </a:p>
        </p:txBody>
      </p:sp>
      <p:sp>
        <p:nvSpPr>
          <p:cNvPr id="54"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Sección">
    <p:spTree>
      <p:nvGrpSpPr>
        <p:cNvPr id="1" name=""/>
        <p:cNvGrpSpPr/>
        <p:nvPr/>
      </p:nvGrpSpPr>
      <p:grpSpPr>
        <a:xfrm>
          <a:off x="0" y="0"/>
          <a:ext cx="0" cy="0"/>
          <a:chOff x="0" y="0"/>
          <a:chExt cx="0" cy="0"/>
        </a:xfrm>
      </p:grpSpPr>
      <p:sp>
        <p:nvSpPr>
          <p:cNvPr id="61" name="Título de sección"/>
          <p:cNvSpPr txBox="1">
            <a:spLocks noGrp="1"/>
          </p:cNvSpPr>
          <p:nvPr>
            <p:ph type="title" hasCustomPrompt="1"/>
          </p:nvPr>
        </p:nvSpPr>
        <p:spPr>
          <a:xfrm>
            <a:off x="4030266" y="4536280"/>
            <a:ext cx="16323471" cy="4643440"/>
          </a:xfrm>
          <a:prstGeom prst="rect">
            <a:avLst/>
          </a:prstGeom>
        </p:spPr>
        <p:txBody>
          <a:bodyPr anchor="ctr"/>
          <a:lstStyle>
            <a:lvl1pPr>
              <a:defRPr sz="11400" b="0" spc="-228">
                <a:latin typeface="Helvetica Neue Medium"/>
                <a:ea typeface="Helvetica Neue Medium"/>
                <a:cs typeface="Helvetica Neue Medium"/>
                <a:sym typeface="Helvetica Neue Medium"/>
              </a:defRPr>
            </a:lvl1pPr>
          </a:lstStyle>
          <a:p>
            <a:r>
              <a:t>Título de sección</a:t>
            </a:r>
          </a:p>
        </p:txBody>
      </p:sp>
      <p:sp>
        <p:nvSpPr>
          <p:cNvPr id="62"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78" name="Título de agenda"/>
          <p:cNvSpPr txBox="1">
            <a:spLocks noGrp="1"/>
          </p:cNvSpPr>
          <p:nvPr>
            <p:ph type="title" hasCustomPrompt="1"/>
          </p:nvPr>
        </p:nvSpPr>
        <p:spPr>
          <a:xfrm>
            <a:off x="4030266" y="625080"/>
            <a:ext cx="16323471" cy="1428751"/>
          </a:xfrm>
          <a:prstGeom prst="rect">
            <a:avLst/>
          </a:prstGeom>
        </p:spPr>
        <p:txBody>
          <a:bodyPr/>
          <a:lstStyle/>
          <a:p>
            <a:r>
              <a:t>Título de agenda</a:t>
            </a:r>
          </a:p>
        </p:txBody>
      </p:sp>
      <p:sp>
        <p:nvSpPr>
          <p:cNvPr id="79" name="Nivel de texto 1…"/>
          <p:cNvSpPr txBox="1">
            <a:spLocks noGrp="1"/>
          </p:cNvSpPr>
          <p:nvPr>
            <p:ph type="body" sz="quarter" idx="1" hasCustomPrompt="1"/>
          </p:nvPr>
        </p:nvSpPr>
        <p:spPr>
          <a:xfrm>
            <a:off x="4030266" y="1982390"/>
            <a:ext cx="16323471" cy="944723"/>
          </a:xfrm>
          <a:prstGeom prst="rect">
            <a:avLst/>
          </a:prstGeom>
        </p:spPr>
        <p:txBody>
          <a:bodyPr/>
          <a:lstStyle>
            <a:lvl1pPr marL="0" indent="0" defTabSz="825478">
              <a:lnSpc>
                <a:spcPct val="100000"/>
              </a:lnSpc>
              <a:spcBef>
                <a:spcPts val="0"/>
              </a:spcBef>
              <a:buSzTx/>
              <a:buNone/>
              <a:defRPr sz="5200" b="1"/>
            </a:lvl1pPr>
            <a:lvl2pPr marL="1041371" indent="-660381" defTabSz="825478">
              <a:lnSpc>
                <a:spcPct val="100000"/>
              </a:lnSpc>
              <a:spcBef>
                <a:spcPts val="0"/>
              </a:spcBef>
              <a:defRPr sz="5200" b="1"/>
            </a:lvl2pPr>
            <a:lvl3pPr marL="1422362" indent="-660381" defTabSz="825478">
              <a:lnSpc>
                <a:spcPct val="100000"/>
              </a:lnSpc>
              <a:spcBef>
                <a:spcPts val="0"/>
              </a:spcBef>
              <a:defRPr sz="5200" b="1"/>
            </a:lvl3pPr>
            <a:lvl4pPr marL="1803354" indent="-660381" defTabSz="825478">
              <a:lnSpc>
                <a:spcPct val="100000"/>
              </a:lnSpc>
              <a:spcBef>
                <a:spcPts val="0"/>
              </a:spcBef>
              <a:defRPr sz="5200" b="1"/>
            </a:lvl4pPr>
            <a:lvl5pPr marL="2184343" indent="-660381" defTabSz="825478">
              <a:lnSpc>
                <a:spcPct val="100000"/>
              </a:lnSpc>
              <a:spcBef>
                <a:spcPts val="0"/>
              </a:spcBef>
              <a:defRPr sz="5200" b="1"/>
            </a:lvl5pPr>
          </a:lstStyle>
          <a:p>
            <a:r>
              <a:t>Subtítulo de agenda</a:t>
            </a:r>
          </a:p>
          <a:p>
            <a:pPr lvl="1"/>
            <a:endParaRPr/>
          </a:p>
          <a:p>
            <a:pPr lvl="2"/>
            <a:endParaRPr/>
          </a:p>
          <a:p>
            <a:pPr lvl="3"/>
            <a:endParaRPr/>
          </a:p>
          <a:p>
            <a:pPr lvl="4"/>
            <a:endParaRPr/>
          </a:p>
        </p:txBody>
      </p:sp>
      <p:sp>
        <p:nvSpPr>
          <p:cNvPr id="80" name="Nivel de texto 1…"/>
          <p:cNvSpPr txBox="1">
            <a:spLocks noGrp="1"/>
          </p:cNvSpPr>
          <p:nvPr>
            <p:ph type="body" idx="21" hasCustomPrompt="1"/>
          </p:nvPr>
        </p:nvSpPr>
        <p:spPr>
          <a:xfrm>
            <a:off x="4030264" y="4161233"/>
            <a:ext cx="16323473" cy="8572505"/>
          </a:xfrm>
          <a:prstGeom prst="rect">
            <a:avLst/>
          </a:prstGeom>
        </p:spPr>
        <p:txBody>
          <a:bodyPr/>
          <a:lstStyle>
            <a:lvl1pPr marL="0" indent="0">
              <a:spcBef>
                <a:spcPts val="1800"/>
              </a:spcBef>
              <a:buSzTx/>
              <a:buNone/>
              <a:defRPr sz="5200" spc="-100"/>
            </a:lvl1pPr>
          </a:lstStyle>
          <a:p>
            <a:r>
              <a:t>Temas relacionados con la agenda</a:t>
            </a:r>
          </a:p>
        </p:txBody>
      </p:sp>
      <p:sp>
        <p:nvSpPr>
          <p:cNvPr id="81"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Declaración">
    <p:spTree>
      <p:nvGrpSpPr>
        <p:cNvPr id="1" name=""/>
        <p:cNvGrpSpPr/>
        <p:nvPr/>
      </p:nvGrpSpPr>
      <p:grpSpPr>
        <a:xfrm>
          <a:off x="0" y="0"/>
          <a:ext cx="0" cy="0"/>
          <a:chOff x="0" y="0"/>
          <a:chExt cx="0" cy="0"/>
        </a:xfrm>
      </p:grpSpPr>
      <p:sp>
        <p:nvSpPr>
          <p:cNvPr id="88" name="Nivel de texto 1…"/>
          <p:cNvSpPr txBox="1">
            <a:spLocks noGrp="1"/>
          </p:cNvSpPr>
          <p:nvPr>
            <p:ph type="body" sz="quarter" idx="1" hasCustomPrompt="1"/>
          </p:nvPr>
        </p:nvSpPr>
        <p:spPr>
          <a:xfrm>
            <a:off x="4030266" y="5018485"/>
            <a:ext cx="16323471" cy="3681268"/>
          </a:xfrm>
          <a:prstGeom prst="rect">
            <a:avLst/>
          </a:prstGeom>
        </p:spPr>
        <p:txBody>
          <a:bodyPr anchor="ctr"/>
          <a:lstStyle>
            <a:lvl1pPr marL="0" indent="0" algn="ctr">
              <a:lnSpc>
                <a:spcPct val="80000"/>
              </a:lnSpc>
              <a:spcBef>
                <a:spcPts val="0"/>
              </a:spcBef>
              <a:buSzTx/>
              <a:buNone/>
              <a:defRPr sz="11400" spc="-228">
                <a:latin typeface="Helvetica Neue Medium"/>
                <a:ea typeface="Helvetica Neue Medium"/>
                <a:cs typeface="Helvetica Neue Medium"/>
                <a:sym typeface="Helvetica Neue Medium"/>
              </a:defRPr>
            </a:lvl1pPr>
            <a:lvl2pPr marL="0" indent="0" algn="ctr">
              <a:lnSpc>
                <a:spcPct val="80000"/>
              </a:lnSpc>
              <a:spcBef>
                <a:spcPts val="0"/>
              </a:spcBef>
              <a:buSzTx/>
              <a:buNone/>
              <a:defRPr sz="11400" spc="-228">
                <a:latin typeface="Helvetica Neue Medium"/>
                <a:ea typeface="Helvetica Neue Medium"/>
                <a:cs typeface="Helvetica Neue Medium"/>
                <a:sym typeface="Helvetica Neue Medium"/>
              </a:defRPr>
            </a:lvl2pPr>
            <a:lvl3pPr marL="0" indent="0" algn="ctr">
              <a:lnSpc>
                <a:spcPct val="80000"/>
              </a:lnSpc>
              <a:spcBef>
                <a:spcPts val="0"/>
              </a:spcBef>
              <a:buSzTx/>
              <a:buNone/>
              <a:defRPr sz="11400" spc="-228">
                <a:latin typeface="Helvetica Neue Medium"/>
                <a:ea typeface="Helvetica Neue Medium"/>
                <a:cs typeface="Helvetica Neue Medium"/>
                <a:sym typeface="Helvetica Neue Medium"/>
              </a:defRPr>
            </a:lvl3pPr>
            <a:lvl4pPr marL="0" indent="0" algn="ctr">
              <a:lnSpc>
                <a:spcPct val="80000"/>
              </a:lnSpc>
              <a:spcBef>
                <a:spcPts val="0"/>
              </a:spcBef>
              <a:buSzTx/>
              <a:buNone/>
              <a:defRPr sz="11400" spc="-228">
                <a:latin typeface="Helvetica Neue Medium"/>
                <a:ea typeface="Helvetica Neue Medium"/>
                <a:cs typeface="Helvetica Neue Medium"/>
                <a:sym typeface="Helvetica Neue Medium"/>
              </a:defRPr>
            </a:lvl4pPr>
            <a:lvl5pPr marL="0" indent="0" algn="ctr">
              <a:lnSpc>
                <a:spcPct val="80000"/>
              </a:lnSpc>
              <a:spcBef>
                <a:spcPts val="0"/>
              </a:spcBef>
              <a:buSzTx/>
              <a:buNone/>
              <a:defRPr sz="11400" spc="-228">
                <a:latin typeface="Helvetica Neue Medium"/>
                <a:ea typeface="Helvetica Neue Medium"/>
                <a:cs typeface="Helvetica Neue Medium"/>
                <a:sym typeface="Helvetica Neue Medium"/>
              </a:defRPr>
            </a:lvl5pPr>
          </a:lstStyle>
          <a:p>
            <a:r>
              <a:t>Declaración</a:t>
            </a:r>
          </a:p>
          <a:p>
            <a:pPr lvl="1"/>
            <a:endParaRPr/>
          </a:p>
          <a:p>
            <a:pPr lvl="2"/>
            <a:endParaRPr/>
          </a:p>
          <a:p>
            <a:pPr lvl="3"/>
            <a:endParaRPr/>
          </a:p>
          <a:p>
            <a:pPr lvl="4"/>
            <a:endParaRPr/>
          </a:p>
        </p:txBody>
      </p:sp>
      <p:sp>
        <p:nvSpPr>
          <p:cNvPr id="89"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ato importante">
    <p:spTree>
      <p:nvGrpSpPr>
        <p:cNvPr id="1" name=""/>
        <p:cNvGrpSpPr/>
        <p:nvPr/>
      </p:nvGrpSpPr>
      <p:grpSpPr>
        <a:xfrm>
          <a:off x="0" y="0"/>
          <a:ext cx="0" cy="0"/>
          <a:chOff x="0" y="0"/>
          <a:chExt cx="0" cy="0"/>
        </a:xfrm>
      </p:grpSpPr>
      <p:sp>
        <p:nvSpPr>
          <p:cNvPr id="96" name="Nivel de texto 1…"/>
          <p:cNvSpPr txBox="1">
            <a:spLocks noGrp="1"/>
          </p:cNvSpPr>
          <p:nvPr>
            <p:ph type="body" sz="quarter" idx="1" hasCustomPrompt="1"/>
          </p:nvPr>
        </p:nvSpPr>
        <p:spPr>
          <a:xfrm>
            <a:off x="4030266" y="8732786"/>
            <a:ext cx="16323469" cy="944724"/>
          </a:xfrm>
          <a:prstGeom prst="rect">
            <a:avLst/>
          </a:prstGeom>
        </p:spPr>
        <p:txBody>
          <a:bodyPr/>
          <a:lstStyle>
            <a:lvl1pPr marL="0" indent="0" algn="ctr">
              <a:lnSpc>
                <a:spcPct val="100000"/>
              </a:lnSpc>
              <a:spcBef>
                <a:spcPts val="0"/>
              </a:spcBef>
              <a:buSzTx/>
              <a:buNone/>
              <a:defRPr sz="5200" b="1"/>
            </a:lvl1pPr>
            <a:lvl2pPr marL="1041371" indent="-660381" algn="ctr">
              <a:lnSpc>
                <a:spcPct val="100000"/>
              </a:lnSpc>
              <a:spcBef>
                <a:spcPts val="0"/>
              </a:spcBef>
              <a:defRPr sz="5200" b="1"/>
            </a:lvl2pPr>
            <a:lvl3pPr marL="1422362" indent="-660381" algn="ctr">
              <a:lnSpc>
                <a:spcPct val="100000"/>
              </a:lnSpc>
              <a:spcBef>
                <a:spcPts val="0"/>
              </a:spcBef>
              <a:defRPr sz="5200" b="1"/>
            </a:lvl3pPr>
            <a:lvl4pPr marL="1803354" indent="-660381" algn="ctr">
              <a:lnSpc>
                <a:spcPct val="100000"/>
              </a:lnSpc>
              <a:spcBef>
                <a:spcPts val="0"/>
              </a:spcBef>
              <a:defRPr sz="5200" b="1"/>
            </a:lvl4pPr>
            <a:lvl5pPr marL="2184343" indent="-660381" algn="ctr">
              <a:lnSpc>
                <a:spcPct val="100000"/>
              </a:lnSpc>
              <a:spcBef>
                <a:spcPts val="0"/>
              </a:spcBef>
              <a:defRPr sz="5200" b="1"/>
            </a:lvl5pPr>
          </a:lstStyle>
          <a:p>
            <a:r>
              <a:t>Información fáctica</a:t>
            </a:r>
          </a:p>
          <a:p>
            <a:pPr lvl="1"/>
            <a:endParaRPr/>
          </a:p>
          <a:p>
            <a:pPr lvl="2"/>
            <a:endParaRPr/>
          </a:p>
          <a:p>
            <a:pPr lvl="3"/>
            <a:endParaRPr/>
          </a:p>
          <a:p>
            <a:pPr lvl="4"/>
            <a:endParaRPr/>
          </a:p>
        </p:txBody>
      </p:sp>
      <p:sp>
        <p:nvSpPr>
          <p:cNvPr id="97" name="Nivel de texto 1…"/>
          <p:cNvSpPr txBox="1">
            <a:spLocks noGrp="1"/>
          </p:cNvSpPr>
          <p:nvPr>
            <p:ph type="body" sz="half" idx="21" hasCustomPrompt="1"/>
          </p:nvPr>
        </p:nvSpPr>
        <p:spPr>
          <a:xfrm>
            <a:off x="4030264" y="1404937"/>
            <a:ext cx="16323473" cy="7327849"/>
          </a:xfrm>
          <a:prstGeom prst="rect">
            <a:avLst/>
          </a:prstGeom>
        </p:spPr>
        <p:txBody>
          <a:bodyPr anchor="b"/>
          <a:lstStyle/>
          <a:p>
            <a:pPr marL="0" lvl="4" indent="3063219" algn="ctr" defTabSz="1097224">
              <a:lnSpc>
                <a:spcPct val="80000"/>
              </a:lnSpc>
              <a:spcBef>
                <a:spcPts val="0"/>
              </a:spcBef>
              <a:buSzTx/>
              <a:buNone/>
              <a:defRPr sz="11000" b="1" spc="-199"/>
            </a:pPr>
            <a:r>
              <a:t>100 %
</a:t>
            </a:r>
          </a:p>
        </p:txBody>
      </p:sp>
      <p:sp>
        <p:nvSpPr>
          <p:cNvPr id="98"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ita">
    <p:spTree>
      <p:nvGrpSpPr>
        <p:cNvPr id="1" name=""/>
        <p:cNvGrpSpPr/>
        <p:nvPr/>
      </p:nvGrpSpPr>
      <p:grpSpPr>
        <a:xfrm>
          <a:off x="0" y="0"/>
          <a:ext cx="0" cy="0"/>
          <a:chOff x="0" y="0"/>
          <a:chExt cx="0" cy="0"/>
        </a:xfrm>
      </p:grpSpPr>
      <p:sp>
        <p:nvSpPr>
          <p:cNvPr id="105" name="Nivel de texto 1…"/>
          <p:cNvSpPr txBox="1">
            <a:spLocks noGrp="1"/>
          </p:cNvSpPr>
          <p:nvPr>
            <p:ph type="body" sz="quarter" idx="1" hasCustomPrompt="1"/>
          </p:nvPr>
        </p:nvSpPr>
        <p:spPr>
          <a:xfrm>
            <a:off x="4083841" y="5232798"/>
            <a:ext cx="16216319" cy="3268268"/>
          </a:xfrm>
          <a:prstGeom prst="rect">
            <a:avLst/>
          </a:prstGeom>
        </p:spPr>
        <p:txBody>
          <a:bodyPr anchor="ctr"/>
          <a:lstStyle>
            <a:lvl1pPr marL="160730" indent="0">
              <a:spcBef>
                <a:spcPts val="0"/>
              </a:spcBef>
              <a:buSzTx/>
              <a:buNone/>
              <a:defRPr sz="8400" spc="-168">
                <a:latin typeface="Helvetica Neue Medium"/>
                <a:ea typeface="Helvetica Neue Medium"/>
                <a:cs typeface="Helvetica Neue Medium"/>
                <a:sym typeface="Helvetica Neue Medium"/>
              </a:defRPr>
            </a:lvl1pPr>
            <a:lvl2pPr marL="160730" indent="160730">
              <a:spcBef>
                <a:spcPts val="0"/>
              </a:spcBef>
              <a:buSzTx/>
              <a:buNone/>
              <a:defRPr sz="8400" spc="-168">
                <a:latin typeface="Helvetica Neue Medium"/>
                <a:ea typeface="Helvetica Neue Medium"/>
                <a:cs typeface="Helvetica Neue Medium"/>
                <a:sym typeface="Helvetica Neue Medium"/>
              </a:defRPr>
            </a:lvl2pPr>
            <a:lvl3pPr marL="160730" indent="160730">
              <a:spcBef>
                <a:spcPts val="0"/>
              </a:spcBef>
              <a:buSzTx/>
              <a:buNone/>
              <a:defRPr sz="8400" spc="-168">
                <a:latin typeface="Helvetica Neue Medium"/>
                <a:ea typeface="Helvetica Neue Medium"/>
                <a:cs typeface="Helvetica Neue Medium"/>
                <a:sym typeface="Helvetica Neue Medium"/>
              </a:defRPr>
            </a:lvl3pPr>
            <a:lvl4pPr marL="160730" indent="160730">
              <a:spcBef>
                <a:spcPts val="0"/>
              </a:spcBef>
              <a:buSzTx/>
              <a:buNone/>
              <a:defRPr sz="8400" spc="-168">
                <a:latin typeface="Helvetica Neue Medium"/>
                <a:ea typeface="Helvetica Neue Medium"/>
                <a:cs typeface="Helvetica Neue Medium"/>
                <a:sym typeface="Helvetica Neue Medium"/>
              </a:defRPr>
            </a:lvl4pPr>
            <a:lvl5pPr marL="160730" indent="160730">
              <a:spcBef>
                <a:spcPts val="0"/>
              </a:spcBef>
              <a:buSzTx/>
              <a:buNone/>
              <a:defRPr sz="8400" spc="-168">
                <a:latin typeface="Helvetica Neue Medium"/>
                <a:ea typeface="Helvetica Neue Medium"/>
                <a:cs typeface="Helvetica Neue Medium"/>
                <a:sym typeface="Helvetica Neue Medium"/>
              </a:defRPr>
            </a:lvl5pPr>
          </a:lstStyle>
          <a:p>
            <a:r>
              <a:t>“Cita destacable”</a:t>
            </a:r>
          </a:p>
          <a:p>
            <a:pPr lvl="1"/>
            <a:endParaRPr/>
          </a:p>
          <a:p>
            <a:pPr lvl="2"/>
            <a:endParaRPr/>
          </a:p>
          <a:p>
            <a:pPr lvl="3"/>
            <a:endParaRPr/>
          </a:p>
          <a:p>
            <a:pPr lvl="4"/>
            <a:endParaRPr/>
          </a:p>
        </p:txBody>
      </p:sp>
      <p:sp>
        <p:nvSpPr>
          <p:cNvPr id="106" name="Atribución"/>
          <p:cNvSpPr txBox="1">
            <a:spLocks noGrp="1"/>
          </p:cNvSpPr>
          <p:nvPr>
            <p:ph type="body" sz="quarter" idx="21" hasCustomPrompt="1"/>
          </p:nvPr>
        </p:nvSpPr>
        <p:spPr>
          <a:xfrm>
            <a:off x="4762501" y="9036845"/>
            <a:ext cx="15537657" cy="648368"/>
          </a:xfrm>
          <a:prstGeom prst="rect">
            <a:avLst/>
          </a:prstGeom>
        </p:spPr>
        <p:txBody>
          <a:bodyPr/>
          <a:lstStyle>
            <a:lvl1pPr marL="0" indent="0" defTabSz="825478">
              <a:lnSpc>
                <a:spcPct val="100000"/>
              </a:lnSpc>
              <a:spcBef>
                <a:spcPts val="0"/>
              </a:spcBef>
              <a:buSzTx/>
              <a:buNone/>
              <a:defRPr sz="3200" b="1"/>
            </a:lvl1pPr>
          </a:lstStyle>
          <a:p>
            <a:r>
              <a:t>Atribución</a:t>
            </a:r>
          </a:p>
        </p:txBody>
      </p:sp>
      <p:sp>
        <p:nvSpPr>
          <p:cNvPr id="107"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3 fotos">
    <p:spTree>
      <p:nvGrpSpPr>
        <p:cNvPr id="1" name=""/>
        <p:cNvGrpSpPr/>
        <p:nvPr/>
      </p:nvGrpSpPr>
      <p:grpSpPr>
        <a:xfrm>
          <a:off x="0" y="0"/>
          <a:ext cx="0" cy="0"/>
          <a:chOff x="0" y="0"/>
          <a:chExt cx="0" cy="0"/>
        </a:xfrm>
      </p:grpSpPr>
      <p:sp>
        <p:nvSpPr>
          <p:cNvPr id="114" name="Imagen"/>
          <p:cNvSpPr>
            <a:spLocks noGrp="1"/>
          </p:cNvSpPr>
          <p:nvPr>
            <p:ph type="pic" idx="21"/>
          </p:nvPr>
        </p:nvSpPr>
        <p:spPr>
          <a:xfrm>
            <a:off x="119064" y="966880"/>
            <a:ext cx="15701050" cy="11775787"/>
          </a:xfrm>
          <a:prstGeom prst="rect">
            <a:avLst/>
          </a:prstGeom>
        </p:spPr>
        <p:txBody>
          <a:bodyPr lIns="91439" tIns="45719" rIns="91439" bIns="45719">
            <a:noAutofit/>
          </a:bodyPr>
          <a:lstStyle/>
          <a:p>
            <a:endParaRPr dirty="0"/>
          </a:p>
        </p:txBody>
      </p:sp>
      <p:sp>
        <p:nvSpPr>
          <p:cNvPr id="115" name="Imagen"/>
          <p:cNvSpPr>
            <a:spLocks noGrp="1"/>
          </p:cNvSpPr>
          <p:nvPr>
            <p:ph type="pic" sz="quarter" idx="22"/>
          </p:nvPr>
        </p:nvSpPr>
        <p:spPr>
          <a:xfrm>
            <a:off x="12325946" y="410766"/>
            <a:ext cx="8072440" cy="6457954"/>
          </a:xfrm>
          <a:prstGeom prst="rect">
            <a:avLst/>
          </a:prstGeom>
        </p:spPr>
        <p:txBody>
          <a:bodyPr lIns="91439" tIns="45719" rIns="91439" bIns="45719">
            <a:noAutofit/>
          </a:bodyPr>
          <a:lstStyle/>
          <a:p>
            <a:endParaRPr dirty="0"/>
          </a:p>
        </p:txBody>
      </p:sp>
      <p:sp>
        <p:nvSpPr>
          <p:cNvPr id="116" name="Imagen"/>
          <p:cNvSpPr>
            <a:spLocks noGrp="1"/>
          </p:cNvSpPr>
          <p:nvPr>
            <p:ph type="pic" idx="23"/>
          </p:nvPr>
        </p:nvSpPr>
        <p:spPr>
          <a:xfrm>
            <a:off x="10057806" y="3866553"/>
            <a:ext cx="11162112" cy="12991329"/>
          </a:xfrm>
          <a:prstGeom prst="rect">
            <a:avLst/>
          </a:prstGeom>
        </p:spPr>
        <p:txBody>
          <a:bodyPr lIns="91439" tIns="45719" rIns="91439" bIns="45719">
            <a:noAutofit/>
          </a:bodyPr>
          <a:lstStyle/>
          <a:p>
            <a:endParaRPr dirty="0"/>
          </a:p>
        </p:txBody>
      </p:sp>
      <p:sp>
        <p:nvSpPr>
          <p:cNvPr id="117"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24" name="886640052_3195x2556.jpeg"/>
          <p:cNvSpPr>
            <a:spLocks noGrp="1"/>
          </p:cNvSpPr>
          <p:nvPr>
            <p:ph type="pic" idx="21"/>
          </p:nvPr>
        </p:nvSpPr>
        <p:spPr>
          <a:xfrm>
            <a:off x="1619249" y="-1482329"/>
            <a:ext cx="20288252" cy="16230602"/>
          </a:xfrm>
          <a:prstGeom prst="rect">
            <a:avLst/>
          </a:prstGeom>
        </p:spPr>
        <p:txBody>
          <a:bodyPr lIns="91439" tIns="45719" rIns="91439" bIns="45719">
            <a:noAutofit/>
          </a:bodyPr>
          <a:lstStyle/>
          <a:p>
            <a:endParaRPr dirty="0"/>
          </a:p>
        </p:txBody>
      </p:sp>
      <p:sp>
        <p:nvSpPr>
          <p:cNvPr id="125" name="Número de diapositiva"/>
          <p:cNvSpPr txBox="1">
            <a:spLocks noGrp="1"/>
          </p:cNvSpPr>
          <p:nvPr>
            <p:ph type="sldNum" sz="quarter" idx="2"/>
          </p:nvPr>
        </p:nvSpPr>
        <p:spPr>
          <a:xfrm>
            <a:off x="11987114" y="12954305"/>
            <a:ext cx="409775" cy="415870"/>
          </a:xfrm>
          <a:prstGeom prst="rect">
            <a:avLst/>
          </a:prstGeom>
        </p:spPr>
        <p:txBody>
          <a:bodyPr/>
          <a:lstStyle>
            <a:lvl1pPr>
              <a:defRPr>
                <a:solidFill>
                  <a:srgbClr val="FFFFFF"/>
                </a:solidFill>
              </a:defRPr>
            </a:lvl1pPr>
          </a:lstStyle>
          <a:p>
            <a:fld id="{86CB4B4D-7CA3-9044-876B-883B54F8677D}" type="slidenum">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132" name="Número de diapositiva"/>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Título y objetos">
    <p:spTree>
      <p:nvGrpSpPr>
        <p:cNvPr id="1" name=""/>
        <p:cNvGrpSpPr/>
        <p:nvPr/>
      </p:nvGrpSpPr>
      <p:grpSpPr>
        <a:xfrm>
          <a:off x="0" y="0"/>
          <a:ext cx="0" cy="0"/>
          <a:chOff x="0" y="0"/>
          <a:chExt cx="0" cy="0"/>
        </a:xfrm>
      </p:grpSpPr>
      <p:pic>
        <p:nvPicPr>
          <p:cNvPr id="139" name="Imagen 5" descr="Imagen 5"/>
          <p:cNvPicPr>
            <a:picLocks noChangeAspect="1"/>
          </p:cNvPicPr>
          <p:nvPr/>
        </p:nvPicPr>
        <p:blipFill>
          <a:blip r:embed="rId2"/>
          <a:stretch>
            <a:fillRect/>
          </a:stretch>
        </p:blipFill>
        <p:spPr>
          <a:xfrm>
            <a:off x="0" y="0"/>
            <a:ext cx="24384000" cy="13716000"/>
          </a:xfrm>
          <a:prstGeom prst="rect">
            <a:avLst/>
          </a:prstGeom>
          <a:ln w="12700">
            <a:miter lim="400000"/>
          </a:ln>
        </p:spPr>
      </p:pic>
      <p:sp>
        <p:nvSpPr>
          <p:cNvPr id="140" name="Nivel de texto 1…"/>
          <p:cNvSpPr txBox="1">
            <a:spLocks noGrp="1"/>
          </p:cNvSpPr>
          <p:nvPr>
            <p:ph type="body" sz="half" idx="1"/>
          </p:nvPr>
        </p:nvSpPr>
        <p:spPr>
          <a:xfrm>
            <a:off x="11747179" y="4642089"/>
            <a:ext cx="9926402" cy="7319503"/>
          </a:xfrm>
          <a:prstGeom prst="rect">
            <a:avLst/>
          </a:prstGeom>
        </p:spPr>
        <p:txBody>
          <a:bodyPr/>
          <a:lstStyle>
            <a:lvl1pPr marL="0" indent="0">
              <a:lnSpc>
                <a:spcPct val="100000"/>
              </a:lnSpc>
              <a:buSzTx/>
              <a:buNone/>
              <a:defRPr sz="1600" b="1">
                <a:solidFill>
                  <a:srgbClr val="222222"/>
                </a:solidFill>
                <a:latin typeface="Arial"/>
                <a:ea typeface="Arial"/>
                <a:cs typeface="Arial"/>
                <a:sym typeface="Arial"/>
              </a:defRPr>
            </a:lvl1pPr>
            <a:lvl2pPr marL="0" indent="0">
              <a:lnSpc>
                <a:spcPct val="100000"/>
              </a:lnSpc>
              <a:buSzTx/>
              <a:buNone/>
              <a:defRPr sz="1600" b="1">
                <a:solidFill>
                  <a:srgbClr val="222222"/>
                </a:solidFill>
                <a:latin typeface="Arial"/>
                <a:ea typeface="Arial"/>
                <a:cs typeface="Arial"/>
                <a:sym typeface="Arial"/>
              </a:defRPr>
            </a:lvl2pPr>
            <a:lvl3pPr marL="301816" indent="-257170">
              <a:lnSpc>
                <a:spcPct val="100000"/>
              </a:lnSpc>
              <a:defRPr sz="1600" b="1">
                <a:solidFill>
                  <a:srgbClr val="222222"/>
                </a:solidFill>
                <a:latin typeface="Arial"/>
                <a:ea typeface="Arial"/>
                <a:cs typeface="Arial"/>
                <a:sym typeface="Arial"/>
              </a:defRPr>
            </a:lvl3pPr>
            <a:lvl4pPr marL="598275" indent="-257170">
              <a:lnSpc>
                <a:spcPct val="100000"/>
              </a:lnSpc>
              <a:defRPr sz="1600" b="1">
                <a:solidFill>
                  <a:srgbClr val="222222"/>
                </a:solidFill>
                <a:latin typeface="Arial"/>
                <a:ea typeface="Arial"/>
                <a:cs typeface="Arial"/>
                <a:sym typeface="Arial"/>
              </a:defRPr>
            </a:lvl4pPr>
            <a:lvl5pPr>
              <a:lnSpc>
                <a:spcPct val="100000"/>
              </a:lnSpc>
              <a:defRPr sz="1600" b="1">
                <a:solidFill>
                  <a:srgbClr val="222222"/>
                </a:solidFill>
                <a:latin typeface="Arial"/>
                <a:ea typeface="Arial"/>
                <a:cs typeface="Arial"/>
                <a:sym typeface="Arial"/>
              </a:defRPr>
            </a:lvl5pPr>
          </a:lstStyle>
          <a:p>
            <a:r>
              <a:t>Nivel de texto 1</a:t>
            </a:r>
          </a:p>
          <a:p>
            <a:pPr lvl="1"/>
            <a:r>
              <a:t>Nivel de texto 2</a:t>
            </a:r>
          </a:p>
          <a:p>
            <a:pPr lvl="2"/>
            <a:r>
              <a:t>Nivel de texto 3</a:t>
            </a:r>
          </a:p>
          <a:p>
            <a:pPr lvl="3"/>
            <a:r>
              <a:t>Nivel de texto 4</a:t>
            </a:r>
          </a:p>
          <a:p>
            <a:pPr lvl="4"/>
            <a:r>
              <a:t>Nivel de texto 5</a:t>
            </a:r>
          </a:p>
        </p:txBody>
      </p:sp>
      <p:sp>
        <p:nvSpPr>
          <p:cNvPr id="141" name="Texto del título"/>
          <p:cNvSpPr txBox="1">
            <a:spLocks noGrp="1"/>
          </p:cNvSpPr>
          <p:nvPr>
            <p:ph type="title"/>
          </p:nvPr>
        </p:nvSpPr>
        <p:spPr>
          <a:xfrm>
            <a:off x="11747185" y="794537"/>
            <a:ext cx="9926403" cy="1088592"/>
          </a:xfrm>
          <a:prstGeom prst="rect">
            <a:avLst/>
          </a:prstGeom>
        </p:spPr>
        <p:txBody>
          <a:bodyPr/>
          <a:lstStyle>
            <a:lvl1pPr>
              <a:lnSpc>
                <a:spcPct val="90000"/>
              </a:lnSpc>
              <a:defRPr sz="3300">
                <a:solidFill>
                  <a:srgbClr val="009F76"/>
                </a:solidFill>
                <a:latin typeface="Arial"/>
                <a:ea typeface="Arial"/>
                <a:cs typeface="Arial"/>
                <a:sym typeface="Arial"/>
              </a:defRPr>
            </a:lvl1pPr>
          </a:lstStyle>
          <a:p>
            <a:r>
              <a:t>Texto del título</a:t>
            </a:r>
          </a:p>
        </p:txBody>
      </p:sp>
      <p:sp>
        <p:nvSpPr>
          <p:cNvPr id="142" name="Número de diapositiva"/>
          <p:cNvSpPr txBox="1">
            <a:spLocks noGrp="1"/>
          </p:cNvSpPr>
          <p:nvPr>
            <p:ph type="sldNum" sz="quarter" idx="2"/>
          </p:nvPr>
        </p:nvSpPr>
        <p:spPr>
          <a:xfrm>
            <a:off x="17270313" y="12296833"/>
            <a:ext cx="409774" cy="415870"/>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ítulo y objetos">
    <p:spTree>
      <p:nvGrpSpPr>
        <p:cNvPr id="1" name=""/>
        <p:cNvGrpSpPr/>
        <p:nvPr/>
      </p:nvGrpSpPr>
      <p:grpSpPr>
        <a:xfrm>
          <a:off x="0" y="0"/>
          <a:ext cx="0" cy="0"/>
          <a:chOff x="0" y="0"/>
          <a:chExt cx="0" cy="0"/>
        </a:xfrm>
      </p:grpSpPr>
      <p:sp>
        <p:nvSpPr>
          <p:cNvPr id="149" name="Texto del título"/>
          <p:cNvSpPr txBox="1">
            <a:spLocks noGrp="1"/>
          </p:cNvSpPr>
          <p:nvPr>
            <p:ph type="title"/>
          </p:nvPr>
        </p:nvSpPr>
        <p:spPr>
          <a:prstGeom prst="rect">
            <a:avLst/>
          </a:prstGeom>
        </p:spPr>
        <p:txBody>
          <a:bodyPr/>
          <a:lstStyle/>
          <a:p>
            <a:r>
              <a:t>Texto del título</a:t>
            </a:r>
          </a:p>
        </p:txBody>
      </p:sp>
      <p:sp>
        <p:nvSpPr>
          <p:cNvPr id="150" name="Nivel de texto 1…"/>
          <p:cNvSpPr txBox="1">
            <a:spLocks noGrp="1"/>
          </p:cNvSpPr>
          <p:nvPr>
            <p:ph type="body"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151" name="Número de diapositiva"/>
          <p:cNvSpPr txBox="1">
            <a:spLocks noGrp="1"/>
          </p:cNvSpPr>
          <p:nvPr>
            <p:ph type="sldNum" sz="quarter" idx="2"/>
          </p:nvPr>
        </p:nvSpPr>
        <p:spPr>
          <a:xfrm>
            <a:off x="11982352" y="12954302"/>
            <a:ext cx="409774" cy="415870"/>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ivel de texto 1…"/>
          <p:cNvSpPr txBox="1">
            <a:spLocks noGrp="1"/>
          </p:cNvSpPr>
          <p:nvPr>
            <p:ph type="body" idx="1" hasCustomPrompt="1"/>
          </p:nvPr>
        </p:nvSpPr>
        <p:spPr>
          <a:xfrm>
            <a:off x="4030266" y="4161235"/>
            <a:ext cx="16323471" cy="85725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4" tIns="71434" rIns="71434" bIns="71434">
            <a:normAutofit/>
          </a:bodyPr>
          <a:lstStyle/>
          <a:p>
            <a:r>
              <a:t>Texto de viñeta de la diapositiva</a:t>
            </a:r>
          </a:p>
          <a:p>
            <a:pPr lvl="1"/>
            <a:endParaRPr/>
          </a:p>
          <a:p>
            <a:pPr lvl="2"/>
            <a:endParaRPr/>
          </a:p>
          <a:p>
            <a:pPr lvl="3"/>
            <a:endParaRPr/>
          </a:p>
          <a:p>
            <a:pPr lvl="4"/>
            <a:endParaRPr/>
          </a:p>
        </p:txBody>
      </p:sp>
      <p:sp>
        <p:nvSpPr>
          <p:cNvPr id="3" name="Título de la diapositiva"/>
          <p:cNvSpPr txBox="1">
            <a:spLocks noGrp="1"/>
          </p:cNvSpPr>
          <p:nvPr>
            <p:ph type="title" hasCustomPrompt="1"/>
          </p:nvPr>
        </p:nvSpPr>
        <p:spPr>
          <a:xfrm>
            <a:off x="4030266" y="619125"/>
            <a:ext cx="16323471" cy="1428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4" tIns="71434" rIns="71434" bIns="71434">
            <a:normAutofit/>
          </a:bodyPr>
          <a:lstStyle/>
          <a:p>
            <a:r>
              <a:t>Título de la diapositiva</a:t>
            </a:r>
          </a:p>
        </p:txBody>
      </p:sp>
      <p:sp>
        <p:nvSpPr>
          <p:cNvPr id="4" name="Número de diapositiva"/>
          <p:cNvSpPr txBox="1">
            <a:spLocks noGrp="1"/>
          </p:cNvSpPr>
          <p:nvPr>
            <p:ph type="sldNum" sz="quarter" idx="2"/>
          </p:nvPr>
        </p:nvSpPr>
        <p:spPr>
          <a:xfrm>
            <a:off x="11982353" y="12954305"/>
            <a:ext cx="409775" cy="415870"/>
          </a:xfrm>
          <a:prstGeom prst="rect">
            <a:avLst/>
          </a:prstGeom>
          <a:ln w="12700">
            <a:miter lim="400000"/>
          </a:ln>
        </p:spPr>
        <p:txBody>
          <a:bodyPr wrap="none" lIns="71434" tIns="71434" rIns="71434" bIns="71434" anchor="b">
            <a:spAutoFit/>
          </a:bodyPr>
          <a:lstStyle>
            <a:lvl1pPr defTabSz="821510">
              <a:defRPr sz="1800">
                <a:solidFill>
                  <a:srgbClr val="000000"/>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transition spd="med"/>
  <p:txStyles>
    <p:titleStyle>
      <a:lvl1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1pPr>
      <a:lvl2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2pPr>
      <a:lvl3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3pPr>
      <a:lvl4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4pPr>
      <a:lvl5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5pPr>
      <a:lvl6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6pPr>
      <a:lvl7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7pPr>
      <a:lvl8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8pPr>
      <a:lvl9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9pPr>
    </p:titleStyle>
    <p:bodyStyle>
      <a:lvl1pPr marL="533387"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1pPr>
      <a:lvl2pPr marL="914377"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2pPr>
      <a:lvl3pPr marL="1295368"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3pPr>
      <a:lvl4pPr marL="1676356"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4pPr>
      <a:lvl5pPr marL="2057349"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5pPr>
      <a:lvl6pPr marL="2438337"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6pPr>
      <a:lvl7pPr marL="2819330"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7pPr>
      <a:lvl8pPr marL="3200318"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8pPr>
      <a:lvl9pPr marL="3581310"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9pPr>
    </p:bodyStyle>
    <p:otherStyle>
      <a:lvl1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infrastructuremap.microsoft.com/"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5BDDA-58C0-AC61-E9FA-36EEC33CFF81}"/>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DB49D5D5-303B-6D54-261D-51D2D748146B}"/>
              </a:ext>
            </a:extLst>
          </p:cNvPr>
          <p:cNvSpPr txBox="1"/>
          <p:nvPr/>
        </p:nvSpPr>
        <p:spPr>
          <a:xfrm>
            <a:off x="7364738" y="3245765"/>
            <a:ext cx="9654524" cy="1621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4" tIns="71434" rIns="71434" bIns="71434" anchor="ctr">
            <a:spAutoFit/>
          </a:bodyPr>
          <a:lstStyle>
            <a:lvl1pPr algn="l">
              <a:defRPr sz="3600" b="1">
                <a:solidFill>
                  <a:srgbClr val="00A3BF"/>
                </a:solidFill>
              </a:defRPr>
            </a:lvl1pPr>
          </a:lstStyle>
          <a:p>
            <a:pPr algn="ctr"/>
            <a:r>
              <a:rPr lang="pt-BR" sz="4800" dirty="0">
                <a:latin typeface="Helvetica Light"/>
              </a:rPr>
              <a:t>Componentes Arquitectónicos de Microsoft Azure</a:t>
            </a:r>
            <a:endParaRPr sz="4800" dirty="0">
              <a:latin typeface="Helvetica Light"/>
            </a:endParaRPr>
          </a:p>
        </p:txBody>
      </p:sp>
    </p:spTree>
    <p:extLst>
      <p:ext uri="{BB962C8B-B14F-4D97-AF65-F5344CB8AC3E}">
        <p14:creationId xmlns:p14="http://schemas.microsoft.com/office/powerpoint/2010/main" val="265330730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48B15-C532-6BFF-9346-A87A75EE4DE9}"/>
            </a:ext>
          </a:extLst>
        </p:cNvPr>
        <p:cNvGrpSpPr/>
        <p:nvPr/>
      </p:nvGrpSpPr>
      <p:grpSpPr>
        <a:xfrm>
          <a:off x="0" y="0"/>
          <a:ext cx="0" cy="0"/>
          <a:chOff x="0" y="0"/>
          <a:chExt cx="0" cy="0"/>
        </a:xfrm>
      </p:grpSpPr>
      <p:pic>
        <p:nvPicPr>
          <p:cNvPr id="1026" name="Picture 2" descr="Diagrama que muestra cuatro niveles de ámbito de cuenta de Azure: una cuenta de Azure en la parte superior se conecta a tres suscripciones (desarrollo/pruebas, producción, espacio aislado), cada una que contiene grupos de recursos (web, datos, aplicación, red) que contienen recursos individuales, como App Service, VM, SQL DB, Cosmos DB, Functions, API, red virtual y NSG.">
            <a:extLst>
              <a:ext uri="{FF2B5EF4-FFF2-40B4-BE49-F238E27FC236}">
                <a16:creationId xmlns:a16="http://schemas.microsoft.com/office/drawing/2014/main" id="{81036230-2A10-F260-1224-4720100A1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714500"/>
            <a:ext cx="16002000" cy="1028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33551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2B286-7E47-5DCC-ACBC-6AA420E0217A}"/>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6845F151-DFAE-E577-17C4-86D65D518917}"/>
              </a:ext>
            </a:extLst>
          </p:cNvPr>
          <p:cNvSpPr txBox="1"/>
          <p:nvPr/>
        </p:nvSpPr>
        <p:spPr>
          <a:xfrm>
            <a:off x="2537476" y="1893074"/>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Infraestructura física de Azure</a:t>
            </a:r>
          </a:p>
        </p:txBody>
      </p:sp>
      <p:sp>
        <p:nvSpPr>
          <p:cNvPr id="3" name="En los últimos años se viene detectando de que la interacción de las entidades con sus usuarios ya no pasa necesariamente por una web.…">
            <a:extLst>
              <a:ext uri="{FF2B5EF4-FFF2-40B4-BE49-F238E27FC236}">
                <a16:creationId xmlns:a16="http://schemas.microsoft.com/office/drawing/2014/main" id="{2950F364-668B-7409-5988-89A453689A6E}"/>
              </a:ext>
            </a:extLst>
          </p:cNvPr>
          <p:cNvSpPr txBox="1"/>
          <p:nvPr/>
        </p:nvSpPr>
        <p:spPr>
          <a:xfrm>
            <a:off x="3158530" y="2974980"/>
            <a:ext cx="18066940" cy="22986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p>
            <a:r>
              <a:rPr lang="es-CO" sz="2800" dirty="0"/>
              <a:t>Los centros de datos se agrupan en regiones de Azure y zonas de disponibilidad de Azure que proporcionan resistencia y confiabilidad para las cargas de trabajo.</a:t>
            </a:r>
          </a:p>
          <a:p>
            <a:endParaRPr lang="es-CO" sz="2800" dirty="0"/>
          </a:p>
          <a:p>
            <a:r>
              <a:rPr lang="es-CO" sz="2800" dirty="0"/>
              <a:t>El sitio </a:t>
            </a:r>
            <a:r>
              <a:rPr lang="es-CO" sz="2800" dirty="0">
                <a:hlinkClick r:id="rId2"/>
              </a:rPr>
              <a:t>de infraestructura global</a:t>
            </a:r>
            <a:r>
              <a:rPr lang="es-CO" sz="2800" dirty="0"/>
              <a:t> le ofrece la oportunidad de explorar interactivamente la infraestructura subyacente de Azure.</a:t>
            </a:r>
          </a:p>
        </p:txBody>
      </p:sp>
      <p:pic>
        <p:nvPicPr>
          <p:cNvPr id="11" name="Picture 10">
            <a:extLst>
              <a:ext uri="{FF2B5EF4-FFF2-40B4-BE49-F238E27FC236}">
                <a16:creationId xmlns:a16="http://schemas.microsoft.com/office/drawing/2014/main" id="{1777E0FE-0EC7-5DEF-925B-0CB50E8E4C4E}"/>
              </a:ext>
            </a:extLst>
          </p:cNvPr>
          <p:cNvPicPr>
            <a:picLocks noChangeAspect="1"/>
          </p:cNvPicPr>
          <p:nvPr/>
        </p:nvPicPr>
        <p:blipFill>
          <a:blip r:embed="rId3"/>
          <a:stretch>
            <a:fillRect/>
          </a:stretch>
        </p:blipFill>
        <p:spPr>
          <a:xfrm>
            <a:off x="4998858" y="5557660"/>
            <a:ext cx="14386284" cy="6569543"/>
          </a:xfrm>
          <a:prstGeom prst="rect">
            <a:avLst/>
          </a:prstGeom>
        </p:spPr>
      </p:pic>
    </p:spTree>
    <p:extLst>
      <p:ext uri="{BB962C8B-B14F-4D97-AF65-F5344CB8AC3E}">
        <p14:creationId xmlns:p14="http://schemas.microsoft.com/office/powerpoint/2010/main" val="264288423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E84DB-F152-9323-708B-37BDD7225C62}"/>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A2D57F0C-6E22-25CD-E18D-6376B9418A99}"/>
              </a:ext>
            </a:extLst>
          </p:cNvPr>
          <p:cNvSpPr txBox="1"/>
          <p:nvPr/>
        </p:nvSpPr>
        <p:spPr>
          <a:xfrm>
            <a:off x="2537476" y="407174"/>
            <a:ext cx="9654524" cy="6367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Regiones</a:t>
            </a:r>
          </a:p>
        </p:txBody>
      </p:sp>
      <p:sp>
        <p:nvSpPr>
          <p:cNvPr id="3" name="En los últimos años se viene detectando de que la interacción de las entidades con sus usuarios ya no pasa necesariamente por una web.…">
            <a:extLst>
              <a:ext uri="{FF2B5EF4-FFF2-40B4-BE49-F238E27FC236}">
                <a16:creationId xmlns:a16="http://schemas.microsoft.com/office/drawing/2014/main" id="{21AB5096-BEF1-B565-C9D1-48CCCAE08BAE}"/>
              </a:ext>
            </a:extLst>
          </p:cNvPr>
          <p:cNvSpPr txBox="1"/>
          <p:nvPr/>
        </p:nvSpPr>
        <p:spPr>
          <a:xfrm>
            <a:off x="3158530" y="1219880"/>
            <a:ext cx="18066940" cy="14369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r>
              <a:rPr lang="es-CO" sz="2800" dirty="0"/>
              <a:t>Una región es un área geográfica del planeta que contiene al menos un centro de datos, aunque podrían ser varios cercanos y conectados mediante una red de baja latencia. Azure asigna y controla los recursos de forma inteligente dentro de cada región para garantizar que las cargas de trabajo están bien compensadas.</a:t>
            </a:r>
          </a:p>
        </p:txBody>
      </p:sp>
      <p:sp>
        <p:nvSpPr>
          <p:cNvPr id="2" name="¿Cómo formarse para ser desarrollador de aplicaciones móviles?">
            <a:extLst>
              <a:ext uri="{FF2B5EF4-FFF2-40B4-BE49-F238E27FC236}">
                <a16:creationId xmlns:a16="http://schemas.microsoft.com/office/drawing/2014/main" id="{26958CA2-6B45-C15B-A414-966AAA17AAC3}"/>
              </a:ext>
            </a:extLst>
          </p:cNvPr>
          <p:cNvSpPr txBox="1"/>
          <p:nvPr/>
        </p:nvSpPr>
        <p:spPr>
          <a:xfrm>
            <a:off x="2537476" y="2832805"/>
            <a:ext cx="9654524" cy="6367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Zonas de disponibilidad</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20943759-B967-785B-15F2-E5C3C97C1819}"/>
              </a:ext>
            </a:extLst>
          </p:cNvPr>
          <p:cNvSpPr txBox="1"/>
          <p:nvPr/>
        </p:nvSpPr>
        <p:spPr>
          <a:xfrm>
            <a:off x="3158530" y="3645511"/>
            <a:ext cx="18066940" cy="22986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r>
              <a:rPr lang="es-CO" sz="2800" dirty="0"/>
              <a:t>Las zonas de disponibilidad son centros de datos separados físicamente dentro de una región de Azure. Cada zona de disponibilidad consta de uno o varios centros de datos equipados con alimentación, refrigeración y redes independientes. Una zona de disponibilidad se configura para constituir un límite de aislamiento. Si una zona deja de funcionar, la otra continúa trabajando. Las zonas de disponibilidad están conectadas a través de redes de fibra óptica de alta velocidad privadas.</a:t>
            </a:r>
          </a:p>
        </p:txBody>
      </p:sp>
      <p:pic>
        <p:nvPicPr>
          <p:cNvPr id="6" name="Picture 5">
            <a:extLst>
              <a:ext uri="{FF2B5EF4-FFF2-40B4-BE49-F238E27FC236}">
                <a16:creationId xmlns:a16="http://schemas.microsoft.com/office/drawing/2014/main" id="{4C93F31F-C2F2-5C0E-DD43-317DF0B73DC0}"/>
              </a:ext>
            </a:extLst>
          </p:cNvPr>
          <p:cNvPicPr>
            <a:picLocks noChangeAspect="1"/>
          </p:cNvPicPr>
          <p:nvPr/>
        </p:nvPicPr>
        <p:blipFill>
          <a:blip r:embed="rId3"/>
          <a:srcRect b="3672"/>
          <a:stretch>
            <a:fillRect/>
          </a:stretch>
        </p:blipFill>
        <p:spPr>
          <a:xfrm>
            <a:off x="5334000" y="5944210"/>
            <a:ext cx="13716000" cy="7628915"/>
          </a:xfrm>
          <a:prstGeom prst="rect">
            <a:avLst/>
          </a:prstGeom>
        </p:spPr>
      </p:pic>
    </p:spTree>
    <p:extLst>
      <p:ext uri="{BB962C8B-B14F-4D97-AF65-F5344CB8AC3E}">
        <p14:creationId xmlns:p14="http://schemas.microsoft.com/office/powerpoint/2010/main" val="336289109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2435D-E253-8C47-2B8A-55BF7B0D6D10}"/>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AC30A412-BE57-CD11-89B2-3E9B9BA6D127}"/>
              </a:ext>
            </a:extLst>
          </p:cNvPr>
          <p:cNvSpPr txBox="1"/>
          <p:nvPr/>
        </p:nvSpPr>
        <p:spPr>
          <a:xfrm>
            <a:off x="2537476" y="1893074"/>
            <a:ext cx="14450362" cy="6367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lvl1pPr algn="l">
              <a:defRPr sz="3600" b="1">
                <a:solidFill>
                  <a:srgbClr val="00A3BF"/>
                </a:solidFill>
              </a:defRPr>
            </a:lvl1pPr>
          </a:lstStyle>
          <a:p>
            <a:r>
              <a:rPr lang="es-CO" sz="3200" noProof="0" dirty="0">
                <a:latin typeface="Helvetica Light"/>
              </a:rPr>
              <a:t>Uso de zonas de disponibilidad para las cargas de trabajo</a:t>
            </a:r>
          </a:p>
        </p:txBody>
      </p:sp>
      <p:sp>
        <p:nvSpPr>
          <p:cNvPr id="3" name="En los últimos años se viene detectando de que la interacción de las entidades con sus usuarios ya no pasa necesariamente por una web.…">
            <a:extLst>
              <a:ext uri="{FF2B5EF4-FFF2-40B4-BE49-F238E27FC236}">
                <a16:creationId xmlns:a16="http://schemas.microsoft.com/office/drawing/2014/main" id="{F9AB50E2-6FB2-26A4-27C4-256832BE9EB0}"/>
              </a:ext>
            </a:extLst>
          </p:cNvPr>
          <p:cNvSpPr txBox="1"/>
          <p:nvPr/>
        </p:nvSpPr>
        <p:spPr>
          <a:xfrm>
            <a:off x="3158530" y="2913306"/>
            <a:ext cx="18066940" cy="40222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pPr algn="just"/>
            <a:r>
              <a:rPr lang="es-CO" sz="2800" dirty="0"/>
              <a:t>La redundancia local requiere hardware duplicado propio. Azure lo resuelve distribuyendo cargas de trabajo entre zonas dentro de una misma región.</a:t>
            </a:r>
          </a:p>
          <a:p>
            <a:pPr algn="just"/>
            <a:endParaRPr lang="es-CO" sz="2800" dirty="0"/>
          </a:p>
          <a:p>
            <a:pPr algn="just"/>
            <a:r>
              <a:rPr lang="es-CO" sz="2800" dirty="0"/>
              <a:t>¿Cómo funciona?</a:t>
            </a:r>
          </a:p>
          <a:p>
            <a:pPr algn="just"/>
            <a:endParaRPr lang="es-CO" sz="2800" dirty="0"/>
          </a:p>
          <a:p>
            <a:pPr algn="just"/>
            <a:r>
              <a:rPr lang="es-CO" sz="2800" dirty="0"/>
              <a:t>Replica </a:t>
            </a:r>
            <a:r>
              <a:rPr lang="es-CO" sz="2800" dirty="0" err="1"/>
              <a:t>VMs</a:t>
            </a:r>
            <a:r>
              <a:rPr lang="es-CO" sz="2800" dirty="0"/>
              <a:t>, almacenamiento, bases de datos y otros recursos entre zonas de disponibilidad de la misma región. (Nota: puede haber costos por duplicación y transferencia de datos entre zonas.)</a:t>
            </a:r>
          </a:p>
          <a:p>
            <a:pPr algn="just"/>
            <a:endParaRPr lang="es-CO" sz="2800" dirty="0"/>
          </a:p>
          <a:p>
            <a:pPr algn="just"/>
            <a:r>
              <a:rPr lang="es-CO" sz="2800" dirty="0"/>
              <a:t>Categorías de servicios compatibles:</a:t>
            </a:r>
          </a:p>
        </p:txBody>
      </p:sp>
      <p:graphicFrame>
        <p:nvGraphicFramePr>
          <p:cNvPr id="5" name="Table 4">
            <a:extLst>
              <a:ext uri="{FF2B5EF4-FFF2-40B4-BE49-F238E27FC236}">
                <a16:creationId xmlns:a16="http://schemas.microsoft.com/office/drawing/2014/main" id="{FA875C77-3C16-3C30-9BF4-AA09BDFFAAEF}"/>
              </a:ext>
            </a:extLst>
          </p:cNvPr>
          <p:cNvGraphicFramePr>
            <a:graphicFrameLocks noGrp="1"/>
          </p:cNvGraphicFramePr>
          <p:nvPr>
            <p:extLst>
              <p:ext uri="{D42A27DB-BD31-4B8C-83A1-F6EECF244321}">
                <p14:modId xmlns:p14="http://schemas.microsoft.com/office/powerpoint/2010/main" val="1657482125"/>
              </p:ext>
            </p:extLst>
          </p:nvPr>
        </p:nvGraphicFramePr>
        <p:xfrm>
          <a:off x="4030662" y="7949883"/>
          <a:ext cx="16322676" cy="3352800"/>
        </p:xfrm>
        <a:graphic>
          <a:graphicData uri="http://schemas.openxmlformats.org/drawingml/2006/table">
            <a:tbl>
              <a:tblPr>
                <a:tableStyleId>{2708684C-4D16-4618-839F-0558EEFCDFE6}</a:tableStyleId>
              </a:tblPr>
              <a:tblGrid>
                <a:gridCol w="5440892">
                  <a:extLst>
                    <a:ext uri="{9D8B030D-6E8A-4147-A177-3AD203B41FA5}">
                      <a16:colId xmlns:a16="http://schemas.microsoft.com/office/drawing/2014/main" val="2564585956"/>
                    </a:ext>
                  </a:extLst>
                </a:gridCol>
                <a:gridCol w="5440892">
                  <a:extLst>
                    <a:ext uri="{9D8B030D-6E8A-4147-A177-3AD203B41FA5}">
                      <a16:colId xmlns:a16="http://schemas.microsoft.com/office/drawing/2014/main" val="1016013138"/>
                    </a:ext>
                  </a:extLst>
                </a:gridCol>
                <a:gridCol w="5440892">
                  <a:extLst>
                    <a:ext uri="{9D8B030D-6E8A-4147-A177-3AD203B41FA5}">
                      <a16:colId xmlns:a16="http://schemas.microsoft.com/office/drawing/2014/main" val="2700577088"/>
                    </a:ext>
                  </a:extLst>
                </a:gridCol>
              </a:tblGrid>
              <a:tr h="365760">
                <a:tc>
                  <a:txBody>
                    <a:bodyPr/>
                    <a:lstStyle/>
                    <a:p>
                      <a:pPr>
                        <a:buNone/>
                      </a:pPr>
                      <a:r>
                        <a:rPr lang="es-CO" sz="2800" b="1" dirty="0"/>
                        <a:t>Tipo</a:t>
                      </a:r>
                    </a:p>
                  </a:txBody>
                  <a:tcPr anchor="ctr"/>
                </a:tc>
                <a:tc>
                  <a:txBody>
                    <a:bodyPr/>
                    <a:lstStyle/>
                    <a:p>
                      <a:pPr>
                        <a:buNone/>
                      </a:pPr>
                      <a:r>
                        <a:rPr lang="es-CO" sz="2800" b="1" dirty="0"/>
                        <a:t>Descripción</a:t>
                      </a:r>
                    </a:p>
                  </a:txBody>
                  <a:tcPr anchor="ctr"/>
                </a:tc>
                <a:tc>
                  <a:txBody>
                    <a:bodyPr/>
                    <a:lstStyle/>
                    <a:p>
                      <a:pPr>
                        <a:buNone/>
                      </a:pPr>
                      <a:r>
                        <a:rPr lang="es-CO" sz="2800" b="1" dirty="0"/>
                        <a:t>Ejemplos</a:t>
                      </a:r>
                    </a:p>
                  </a:txBody>
                  <a:tcPr anchor="ctr"/>
                </a:tc>
                <a:extLst>
                  <a:ext uri="{0D108BD9-81ED-4DB2-BD59-A6C34878D82A}">
                    <a16:rowId xmlns:a16="http://schemas.microsoft.com/office/drawing/2014/main" val="129633105"/>
                  </a:ext>
                </a:extLst>
              </a:tr>
              <a:tr h="365760">
                <a:tc>
                  <a:txBody>
                    <a:bodyPr/>
                    <a:lstStyle/>
                    <a:p>
                      <a:pPr>
                        <a:buNone/>
                      </a:pPr>
                      <a:r>
                        <a:rPr lang="es-CO" sz="2800" b="1"/>
                        <a:t>Zonal</a:t>
                      </a:r>
                      <a:endParaRPr lang="es-CO" sz="2800"/>
                    </a:p>
                  </a:txBody>
                  <a:tcPr anchor="ctr"/>
                </a:tc>
                <a:tc>
                  <a:txBody>
                    <a:bodyPr/>
                    <a:lstStyle/>
                    <a:p>
                      <a:pPr>
                        <a:buNone/>
                      </a:pPr>
                      <a:r>
                        <a:rPr lang="es-CO" sz="2800"/>
                        <a:t>Se ancla a una zona específica</a:t>
                      </a:r>
                    </a:p>
                  </a:txBody>
                  <a:tcPr anchor="ctr"/>
                </a:tc>
                <a:tc>
                  <a:txBody>
                    <a:bodyPr/>
                    <a:lstStyle/>
                    <a:p>
                      <a:pPr>
                        <a:buNone/>
                      </a:pPr>
                      <a:r>
                        <a:rPr lang="es-CO" sz="2800"/>
                        <a:t>VMs, discos administrados, IPs</a:t>
                      </a:r>
                    </a:p>
                  </a:txBody>
                  <a:tcPr anchor="ctr"/>
                </a:tc>
                <a:extLst>
                  <a:ext uri="{0D108BD9-81ED-4DB2-BD59-A6C34878D82A}">
                    <a16:rowId xmlns:a16="http://schemas.microsoft.com/office/drawing/2014/main" val="3050440258"/>
                  </a:ext>
                </a:extLst>
              </a:tr>
              <a:tr h="365760">
                <a:tc>
                  <a:txBody>
                    <a:bodyPr/>
                    <a:lstStyle/>
                    <a:p>
                      <a:pPr>
                        <a:buNone/>
                      </a:pPr>
                      <a:r>
                        <a:rPr lang="es-CO" sz="2800" b="1"/>
                        <a:t>Redundancia de zona</a:t>
                      </a:r>
                      <a:endParaRPr lang="es-CO" sz="2800"/>
                    </a:p>
                  </a:txBody>
                  <a:tcPr anchor="ctr"/>
                </a:tc>
                <a:tc>
                  <a:txBody>
                    <a:bodyPr/>
                    <a:lstStyle/>
                    <a:p>
                      <a:pPr>
                        <a:buNone/>
                      </a:pPr>
                      <a:r>
                        <a:rPr lang="pt-BR" sz="2800"/>
                        <a:t>Se replica automáticamente entre zonas</a:t>
                      </a:r>
                    </a:p>
                  </a:txBody>
                  <a:tcPr anchor="ctr"/>
                </a:tc>
                <a:tc>
                  <a:txBody>
                    <a:bodyPr/>
                    <a:lstStyle/>
                    <a:p>
                      <a:pPr>
                        <a:buNone/>
                      </a:pPr>
                      <a:r>
                        <a:rPr lang="es-CO" sz="2800"/>
                        <a:t>Almacenamiento ZRS, SQL Database</a:t>
                      </a:r>
                    </a:p>
                  </a:txBody>
                  <a:tcPr anchor="ctr"/>
                </a:tc>
                <a:extLst>
                  <a:ext uri="{0D108BD9-81ED-4DB2-BD59-A6C34878D82A}">
                    <a16:rowId xmlns:a16="http://schemas.microsoft.com/office/drawing/2014/main" val="2695339"/>
                  </a:ext>
                </a:extLst>
              </a:tr>
              <a:tr h="640080">
                <a:tc>
                  <a:txBody>
                    <a:bodyPr/>
                    <a:lstStyle/>
                    <a:p>
                      <a:pPr>
                        <a:buNone/>
                      </a:pPr>
                      <a:r>
                        <a:rPr lang="es-CO" sz="2800" b="1"/>
                        <a:t>No regional</a:t>
                      </a:r>
                      <a:endParaRPr lang="es-CO" sz="2800"/>
                    </a:p>
                  </a:txBody>
                  <a:tcPr anchor="ctr"/>
                </a:tc>
                <a:tc>
                  <a:txBody>
                    <a:bodyPr/>
                    <a:lstStyle/>
                    <a:p>
                      <a:pPr>
                        <a:buNone/>
                      </a:pPr>
                      <a:r>
                        <a:rPr lang="es-CO" sz="2800"/>
                        <a:t>Disponible globalmente, resistente a fallos de zona y región</a:t>
                      </a:r>
                    </a:p>
                  </a:txBody>
                  <a:tcPr anchor="ctr"/>
                </a:tc>
                <a:tc>
                  <a:txBody>
                    <a:bodyPr/>
                    <a:lstStyle/>
                    <a:p>
                      <a:pPr>
                        <a:buNone/>
                      </a:pPr>
                      <a:r>
                        <a:rPr lang="es-CO" sz="2800" dirty="0"/>
                        <a:t>Servicios globales de Azure</a:t>
                      </a:r>
                    </a:p>
                  </a:txBody>
                  <a:tcPr anchor="ctr"/>
                </a:tc>
                <a:extLst>
                  <a:ext uri="{0D108BD9-81ED-4DB2-BD59-A6C34878D82A}">
                    <a16:rowId xmlns:a16="http://schemas.microsoft.com/office/drawing/2014/main" val="1146748625"/>
                  </a:ext>
                </a:extLst>
              </a:tr>
            </a:tbl>
          </a:graphicData>
        </a:graphic>
      </p:graphicFrame>
    </p:spTree>
    <p:extLst>
      <p:ext uri="{BB962C8B-B14F-4D97-AF65-F5344CB8AC3E}">
        <p14:creationId xmlns:p14="http://schemas.microsoft.com/office/powerpoint/2010/main" val="286190115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44129-F2D2-E508-6561-1F57FB04D24E}"/>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71561542-D094-1997-DC1B-2D677220583C}"/>
              </a:ext>
            </a:extLst>
          </p:cNvPr>
          <p:cNvSpPr txBox="1"/>
          <p:nvPr/>
        </p:nvSpPr>
        <p:spPr>
          <a:xfrm>
            <a:off x="2537476" y="1893074"/>
            <a:ext cx="14450362"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lvl1pPr algn="l">
              <a:defRPr sz="3600" b="1">
                <a:solidFill>
                  <a:srgbClr val="00A3BF"/>
                </a:solidFill>
              </a:defRPr>
            </a:lvl1pPr>
          </a:lstStyle>
          <a:p>
            <a:r>
              <a:rPr lang="es-CO" sz="3200" noProof="0" dirty="0">
                <a:latin typeface="Helvetica Light"/>
              </a:rPr>
              <a:t>Uso de zonas de disponibilidad para las cargas de trabajo</a:t>
            </a:r>
          </a:p>
        </p:txBody>
      </p:sp>
      <p:pic>
        <p:nvPicPr>
          <p:cNvPr id="4" name="Picture 3">
            <a:extLst>
              <a:ext uri="{FF2B5EF4-FFF2-40B4-BE49-F238E27FC236}">
                <a16:creationId xmlns:a16="http://schemas.microsoft.com/office/drawing/2014/main" id="{14181078-0D02-26FC-1BD6-E5798CA4D933}"/>
              </a:ext>
            </a:extLst>
          </p:cNvPr>
          <p:cNvPicPr>
            <a:picLocks noChangeAspect="1"/>
          </p:cNvPicPr>
          <p:nvPr/>
        </p:nvPicPr>
        <p:blipFill>
          <a:blip r:embed="rId2"/>
          <a:stretch>
            <a:fillRect/>
          </a:stretch>
        </p:blipFill>
        <p:spPr>
          <a:xfrm>
            <a:off x="5334000" y="3288526"/>
            <a:ext cx="13716000" cy="8534400"/>
          </a:xfrm>
          <a:prstGeom prst="rect">
            <a:avLst/>
          </a:prstGeom>
        </p:spPr>
      </p:pic>
    </p:spTree>
    <p:extLst>
      <p:ext uri="{BB962C8B-B14F-4D97-AF65-F5344CB8AC3E}">
        <p14:creationId xmlns:p14="http://schemas.microsoft.com/office/powerpoint/2010/main" val="61874353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77C68-71C7-CB3F-B1B9-C8CD4D534598}"/>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535C4455-B3C5-E71D-B80D-46EA5B483768}"/>
              </a:ext>
            </a:extLst>
          </p:cNvPr>
          <p:cNvSpPr txBox="1"/>
          <p:nvPr/>
        </p:nvSpPr>
        <p:spPr>
          <a:xfrm>
            <a:off x="2537476" y="1893074"/>
            <a:ext cx="14450362"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lvl1pPr algn="l">
              <a:defRPr sz="3600" b="1">
                <a:solidFill>
                  <a:srgbClr val="00A3BF"/>
                </a:solidFill>
              </a:defRPr>
            </a:lvl1pPr>
          </a:lstStyle>
          <a:p>
            <a:r>
              <a:rPr lang="es-CO" sz="3200" noProof="0" dirty="0">
                <a:latin typeface="Helvetica Light"/>
              </a:rPr>
              <a:t>Pares de región</a:t>
            </a:r>
          </a:p>
        </p:txBody>
      </p:sp>
      <p:sp>
        <p:nvSpPr>
          <p:cNvPr id="3" name="En los últimos años se viene detectando de que la interacción de las entidades con sus usuarios ya no pasa necesariamente por una web.…">
            <a:extLst>
              <a:ext uri="{FF2B5EF4-FFF2-40B4-BE49-F238E27FC236}">
                <a16:creationId xmlns:a16="http://schemas.microsoft.com/office/drawing/2014/main" id="{9E4DF916-43A1-9AF3-DCB2-D34D848BE3F7}"/>
              </a:ext>
            </a:extLst>
          </p:cNvPr>
          <p:cNvSpPr txBox="1"/>
          <p:nvPr/>
        </p:nvSpPr>
        <p:spPr>
          <a:xfrm>
            <a:off x="3158530" y="3296806"/>
            <a:ext cx="18066940" cy="48840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p>
            <a:pPr algn="just"/>
            <a:r>
              <a:rPr lang="es-CO" sz="2800" dirty="0"/>
              <a:t>Cada región de Azure se empareja con otra región de la misma zona geográfica, separadas por al menos 500 km.</a:t>
            </a:r>
          </a:p>
          <a:p>
            <a:pPr algn="just"/>
            <a:endParaRPr lang="es-CO" sz="2800" dirty="0"/>
          </a:p>
          <a:p>
            <a:pPr algn="just"/>
            <a:r>
              <a:rPr lang="es-CO" sz="2800" dirty="0"/>
              <a:t>¿Para qué sirve?</a:t>
            </a:r>
          </a:p>
          <a:p>
            <a:pPr algn="just"/>
            <a:endParaRPr lang="es-CO" sz="2800" dirty="0"/>
          </a:p>
          <a:p>
            <a:pPr algn="just"/>
            <a:r>
              <a:rPr lang="es-CO" sz="2800" dirty="0"/>
              <a:t>Permite replicar recursos entre regiones para garantizar continuidad ante desastres naturales, cortes eléctricos o fallos de red.</a:t>
            </a:r>
          </a:p>
          <a:p>
            <a:pPr algn="just"/>
            <a:endParaRPr lang="es-CO" sz="2800" dirty="0"/>
          </a:p>
          <a:p>
            <a:pPr algn="just"/>
            <a:r>
              <a:rPr lang="es-CO" sz="2800" dirty="0"/>
              <a:t>Si una región falla, los servicios conmutan automáticamente a su región par.</a:t>
            </a:r>
          </a:p>
          <a:p>
            <a:pPr algn="just"/>
            <a:endParaRPr lang="es-CO" sz="2800" dirty="0"/>
          </a:p>
          <a:p>
            <a:pPr algn="just"/>
            <a:r>
              <a:rPr lang="es-CO" sz="2800" dirty="0"/>
              <a:t>Ejemplos de pares:</a:t>
            </a:r>
          </a:p>
        </p:txBody>
      </p:sp>
      <p:graphicFrame>
        <p:nvGraphicFramePr>
          <p:cNvPr id="2" name="Table 1">
            <a:extLst>
              <a:ext uri="{FF2B5EF4-FFF2-40B4-BE49-F238E27FC236}">
                <a16:creationId xmlns:a16="http://schemas.microsoft.com/office/drawing/2014/main" id="{6DA1FB83-E26C-F405-C836-E1284A8E8EEC}"/>
              </a:ext>
            </a:extLst>
          </p:cNvPr>
          <p:cNvGraphicFramePr>
            <a:graphicFrameLocks noGrp="1"/>
          </p:cNvGraphicFramePr>
          <p:nvPr>
            <p:extLst>
              <p:ext uri="{D42A27DB-BD31-4B8C-83A1-F6EECF244321}">
                <p14:modId xmlns:p14="http://schemas.microsoft.com/office/powerpoint/2010/main" val="3229753803"/>
              </p:ext>
            </p:extLst>
          </p:nvPr>
        </p:nvGraphicFramePr>
        <p:xfrm>
          <a:off x="4030663" y="9233605"/>
          <a:ext cx="16322674" cy="1554480"/>
        </p:xfrm>
        <a:graphic>
          <a:graphicData uri="http://schemas.openxmlformats.org/drawingml/2006/table">
            <a:tbl>
              <a:tblPr>
                <a:tableStyleId>{2708684C-4D16-4618-839F-0558EEFCDFE6}</a:tableStyleId>
              </a:tblPr>
              <a:tblGrid>
                <a:gridCol w="8161337">
                  <a:extLst>
                    <a:ext uri="{9D8B030D-6E8A-4147-A177-3AD203B41FA5}">
                      <a16:colId xmlns:a16="http://schemas.microsoft.com/office/drawing/2014/main" val="2102538735"/>
                    </a:ext>
                  </a:extLst>
                </a:gridCol>
                <a:gridCol w="8161337">
                  <a:extLst>
                    <a:ext uri="{9D8B030D-6E8A-4147-A177-3AD203B41FA5}">
                      <a16:colId xmlns:a16="http://schemas.microsoft.com/office/drawing/2014/main" val="212977027"/>
                    </a:ext>
                  </a:extLst>
                </a:gridCol>
              </a:tblGrid>
              <a:tr h="365760">
                <a:tc>
                  <a:txBody>
                    <a:bodyPr/>
                    <a:lstStyle/>
                    <a:p>
                      <a:pPr>
                        <a:buNone/>
                      </a:pPr>
                      <a:r>
                        <a:rPr lang="es-CO" sz="2800" b="1" dirty="0"/>
                        <a:t>Región A</a:t>
                      </a:r>
                    </a:p>
                  </a:txBody>
                  <a:tcPr anchor="ctr"/>
                </a:tc>
                <a:tc>
                  <a:txBody>
                    <a:bodyPr/>
                    <a:lstStyle/>
                    <a:p>
                      <a:pPr>
                        <a:buNone/>
                      </a:pPr>
                      <a:r>
                        <a:rPr lang="es-CO" sz="2800" b="1" dirty="0"/>
                        <a:t>Región B</a:t>
                      </a:r>
                    </a:p>
                  </a:txBody>
                  <a:tcPr anchor="ctr"/>
                </a:tc>
                <a:extLst>
                  <a:ext uri="{0D108BD9-81ED-4DB2-BD59-A6C34878D82A}">
                    <a16:rowId xmlns:a16="http://schemas.microsoft.com/office/drawing/2014/main" val="943202425"/>
                  </a:ext>
                </a:extLst>
              </a:tr>
              <a:tr h="365760">
                <a:tc>
                  <a:txBody>
                    <a:bodyPr/>
                    <a:lstStyle/>
                    <a:p>
                      <a:pPr>
                        <a:buNone/>
                      </a:pPr>
                      <a:r>
                        <a:rPr lang="es-CO" sz="2800" dirty="0"/>
                        <a:t>Oeste de EE.UU.</a:t>
                      </a:r>
                    </a:p>
                  </a:txBody>
                  <a:tcPr anchor="ctr"/>
                </a:tc>
                <a:tc>
                  <a:txBody>
                    <a:bodyPr/>
                    <a:lstStyle/>
                    <a:p>
                      <a:pPr>
                        <a:buNone/>
                      </a:pPr>
                      <a:r>
                        <a:rPr lang="es-CO" sz="2800" dirty="0"/>
                        <a:t>Este de EE.UU.</a:t>
                      </a:r>
                    </a:p>
                  </a:txBody>
                  <a:tcPr anchor="ctr"/>
                </a:tc>
                <a:extLst>
                  <a:ext uri="{0D108BD9-81ED-4DB2-BD59-A6C34878D82A}">
                    <a16:rowId xmlns:a16="http://schemas.microsoft.com/office/drawing/2014/main" val="4157416927"/>
                  </a:ext>
                </a:extLst>
              </a:tr>
              <a:tr h="365760">
                <a:tc>
                  <a:txBody>
                    <a:bodyPr/>
                    <a:lstStyle/>
                    <a:p>
                      <a:pPr>
                        <a:buNone/>
                      </a:pPr>
                      <a:r>
                        <a:rPr lang="es-CO" sz="2800" dirty="0"/>
                        <a:t>Sudeste Asiático</a:t>
                      </a:r>
                    </a:p>
                  </a:txBody>
                  <a:tcPr anchor="ctr"/>
                </a:tc>
                <a:tc>
                  <a:txBody>
                    <a:bodyPr/>
                    <a:lstStyle/>
                    <a:p>
                      <a:pPr>
                        <a:buNone/>
                      </a:pPr>
                      <a:r>
                        <a:rPr lang="es-CO" sz="2800" dirty="0"/>
                        <a:t>Este de Asia</a:t>
                      </a:r>
                    </a:p>
                  </a:txBody>
                  <a:tcPr anchor="ctr"/>
                </a:tc>
                <a:extLst>
                  <a:ext uri="{0D108BD9-81ED-4DB2-BD59-A6C34878D82A}">
                    <a16:rowId xmlns:a16="http://schemas.microsoft.com/office/drawing/2014/main" val="4204476854"/>
                  </a:ext>
                </a:extLst>
              </a:tr>
            </a:tbl>
          </a:graphicData>
        </a:graphic>
      </p:graphicFrame>
    </p:spTree>
    <p:extLst>
      <p:ext uri="{BB962C8B-B14F-4D97-AF65-F5344CB8AC3E}">
        <p14:creationId xmlns:p14="http://schemas.microsoft.com/office/powerpoint/2010/main" val="42975374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17CF4-05AA-5632-D4A2-D6553D21808A}"/>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E7A6B30B-79E6-BB47-95EB-0A21FACA8FE9}"/>
              </a:ext>
            </a:extLst>
          </p:cNvPr>
          <p:cNvSpPr txBox="1"/>
          <p:nvPr/>
        </p:nvSpPr>
        <p:spPr>
          <a:xfrm>
            <a:off x="2537476" y="1893074"/>
            <a:ext cx="14450362" cy="6367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lvl1pPr algn="l">
              <a:defRPr sz="3600" b="1">
                <a:solidFill>
                  <a:srgbClr val="00A3BF"/>
                </a:solidFill>
              </a:defRPr>
            </a:lvl1pPr>
          </a:lstStyle>
          <a:p>
            <a:r>
              <a:rPr lang="es-CO" sz="3200" noProof="0" dirty="0">
                <a:latin typeface="Helvetica Light"/>
              </a:rPr>
              <a:t>Pares de región</a:t>
            </a:r>
          </a:p>
        </p:txBody>
      </p:sp>
      <p:pic>
        <p:nvPicPr>
          <p:cNvPr id="5" name="Picture 4">
            <a:extLst>
              <a:ext uri="{FF2B5EF4-FFF2-40B4-BE49-F238E27FC236}">
                <a16:creationId xmlns:a16="http://schemas.microsoft.com/office/drawing/2014/main" id="{E41028C5-DE75-54A7-C651-DCB2319ED2C0}"/>
              </a:ext>
            </a:extLst>
          </p:cNvPr>
          <p:cNvPicPr>
            <a:picLocks noChangeAspect="1"/>
          </p:cNvPicPr>
          <p:nvPr/>
        </p:nvPicPr>
        <p:blipFill>
          <a:blip r:embed="rId2"/>
          <a:stretch>
            <a:fillRect/>
          </a:stretch>
        </p:blipFill>
        <p:spPr>
          <a:xfrm>
            <a:off x="4556866" y="2745600"/>
            <a:ext cx="15270268" cy="9077326"/>
          </a:xfrm>
          <a:prstGeom prst="rect">
            <a:avLst/>
          </a:prstGeom>
        </p:spPr>
      </p:pic>
    </p:spTree>
    <p:extLst>
      <p:ext uri="{BB962C8B-B14F-4D97-AF65-F5344CB8AC3E}">
        <p14:creationId xmlns:p14="http://schemas.microsoft.com/office/powerpoint/2010/main" val="31406569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E429-3839-AAE0-22CF-0FE9345DEFDC}"/>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7F791203-CAE4-7EF4-176E-D1E097EB07EC}"/>
              </a:ext>
            </a:extLst>
          </p:cNvPr>
          <p:cNvSpPr txBox="1"/>
          <p:nvPr/>
        </p:nvSpPr>
        <p:spPr>
          <a:xfrm>
            <a:off x="2537476" y="1893074"/>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Infraestructura de administración de Azure</a:t>
            </a:r>
          </a:p>
        </p:txBody>
      </p:sp>
      <p:sp>
        <p:nvSpPr>
          <p:cNvPr id="3" name="En los últimos años se viene detectando de que la interacción de las entidades con sus usuarios ya no pasa necesariamente por una web.…">
            <a:extLst>
              <a:ext uri="{FF2B5EF4-FFF2-40B4-BE49-F238E27FC236}">
                <a16:creationId xmlns:a16="http://schemas.microsoft.com/office/drawing/2014/main" id="{A9FA548A-162A-1876-8647-A1333F640D84}"/>
              </a:ext>
            </a:extLst>
          </p:cNvPr>
          <p:cNvSpPr txBox="1"/>
          <p:nvPr/>
        </p:nvSpPr>
        <p:spPr>
          <a:xfrm>
            <a:off x="3158530" y="3448729"/>
            <a:ext cx="18066940" cy="14369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p>
            <a:r>
              <a:rPr lang="es-CO" sz="2800" dirty="0"/>
              <a:t>La infraestructura de administración incluye recursos de Azure y </a:t>
            </a:r>
            <a:r>
              <a:rPr lang="es-CO" sz="2800" b="1" dirty="0"/>
              <a:t>grupos de recursos, suscripciones y cuentas</a:t>
            </a:r>
            <a:r>
              <a:rPr lang="es-CO" sz="2800" dirty="0"/>
              <a:t>. Comprender esta jerarquía ayuda a organizar los recursos, controlar quién puede acceder y administrar los costos a medida que crece el uso de Azure.</a:t>
            </a:r>
          </a:p>
        </p:txBody>
      </p:sp>
      <p:sp>
        <p:nvSpPr>
          <p:cNvPr id="2" name="¿Cómo formarse para ser desarrollador de aplicaciones móviles?">
            <a:extLst>
              <a:ext uri="{FF2B5EF4-FFF2-40B4-BE49-F238E27FC236}">
                <a16:creationId xmlns:a16="http://schemas.microsoft.com/office/drawing/2014/main" id="{D01B74B1-EE98-3761-FDD4-2235A658EF53}"/>
              </a:ext>
            </a:extLst>
          </p:cNvPr>
          <p:cNvSpPr txBox="1"/>
          <p:nvPr/>
        </p:nvSpPr>
        <p:spPr>
          <a:xfrm>
            <a:off x="2537476" y="6431736"/>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Recursos y grupos de recursos</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25C98AE5-6537-E4C5-4171-E2C39DF9FB3B}"/>
              </a:ext>
            </a:extLst>
          </p:cNvPr>
          <p:cNvSpPr txBox="1"/>
          <p:nvPr/>
        </p:nvSpPr>
        <p:spPr>
          <a:xfrm>
            <a:off x="3158530" y="8379822"/>
            <a:ext cx="18066940" cy="14369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p>
            <a:r>
              <a:rPr lang="es-CO" sz="2800" dirty="0"/>
              <a:t>Un recurso es el bloque de construcción básico de Azure. Todo lo que se cree, aprovisione o implemente es un recurso. Las máquinas virtuales, las redes virtuales, las bases de datos y los servicios de Azure AI son ejemplos de recursos.</a:t>
            </a:r>
          </a:p>
        </p:txBody>
      </p:sp>
    </p:spTree>
    <p:extLst>
      <p:ext uri="{BB962C8B-B14F-4D97-AF65-F5344CB8AC3E}">
        <p14:creationId xmlns:p14="http://schemas.microsoft.com/office/powerpoint/2010/main" val="337924593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45915-59F5-F919-9C6A-2F40E613D83E}"/>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80E0C039-C791-1232-54C1-76481CBA1653}"/>
              </a:ext>
            </a:extLst>
          </p:cNvPr>
          <p:cNvSpPr txBox="1"/>
          <p:nvPr/>
        </p:nvSpPr>
        <p:spPr>
          <a:xfrm>
            <a:off x="2266014" y="1216799"/>
            <a:ext cx="9654524" cy="6367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Recursos y grupos de recursos</a:t>
            </a:r>
          </a:p>
        </p:txBody>
      </p:sp>
      <p:pic>
        <p:nvPicPr>
          <p:cNvPr id="6" name="Picture 5">
            <a:extLst>
              <a:ext uri="{FF2B5EF4-FFF2-40B4-BE49-F238E27FC236}">
                <a16:creationId xmlns:a16="http://schemas.microsoft.com/office/drawing/2014/main" id="{6E3E400C-6E8D-1B5F-B906-91EDC6E75853}"/>
              </a:ext>
            </a:extLst>
          </p:cNvPr>
          <p:cNvPicPr>
            <a:picLocks noChangeAspect="1"/>
          </p:cNvPicPr>
          <p:nvPr/>
        </p:nvPicPr>
        <p:blipFill>
          <a:blip r:embed="rId2"/>
          <a:stretch>
            <a:fillRect/>
          </a:stretch>
        </p:blipFill>
        <p:spPr>
          <a:xfrm>
            <a:off x="5334000" y="6374901"/>
            <a:ext cx="13716000" cy="6991350"/>
          </a:xfrm>
          <a:prstGeom prst="rect">
            <a:avLst/>
          </a:prstGeom>
        </p:spPr>
      </p:pic>
      <p:sp>
        <p:nvSpPr>
          <p:cNvPr id="7" name="En los últimos años se viene detectando de que la interacción de las entidades con sus usuarios ya no pasa necesariamente por una web.…">
            <a:extLst>
              <a:ext uri="{FF2B5EF4-FFF2-40B4-BE49-F238E27FC236}">
                <a16:creationId xmlns:a16="http://schemas.microsoft.com/office/drawing/2014/main" id="{D631E1D9-B40E-FD3B-F5FE-7D6A45B1B433}"/>
              </a:ext>
            </a:extLst>
          </p:cNvPr>
          <p:cNvSpPr txBox="1"/>
          <p:nvPr/>
        </p:nvSpPr>
        <p:spPr>
          <a:xfrm>
            <a:off x="3158530" y="2103079"/>
            <a:ext cx="18066940" cy="40222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p>
            <a:pPr algn="just"/>
            <a:r>
              <a:rPr lang="es-CO" sz="2800" dirty="0"/>
              <a:t>Un grupo de recursos es un contenedor lógico que agrupa recursos relacionados para gestionarlos juntos.</a:t>
            </a:r>
          </a:p>
          <a:p>
            <a:pPr algn="just"/>
            <a:endParaRPr lang="es-CO" sz="2800" b="1" dirty="0"/>
          </a:p>
          <a:p>
            <a:pPr algn="just"/>
            <a:r>
              <a:rPr lang="es-CO" sz="2800" b="1" dirty="0"/>
              <a:t>Reglas clave: (1) </a:t>
            </a:r>
            <a:r>
              <a:rPr lang="es-CO" sz="2800" dirty="0"/>
              <a:t>Cada recurso pertenece a </a:t>
            </a:r>
            <a:r>
              <a:rPr lang="es-CO" sz="2800" b="1" dirty="0"/>
              <a:t>exactamente un</a:t>
            </a:r>
            <a:r>
              <a:rPr lang="es-CO" sz="2800" dirty="0"/>
              <a:t> grupo de recursos; </a:t>
            </a:r>
            <a:r>
              <a:rPr lang="es-CO" sz="2800" b="1" dirty="0"/>
              <a:t>(2) </a:t>
            </a:r>
            <a:r>
              <a:rPr lang="es-CO" sz="2800" dirty="0"/>
              <a:t>Los recursos pueden moverse entre grupos, pero no estar en dos a la vez. </a:t>
            </a:r>
            <a:r>
              <a:rPr lang="es-CO" sz="2800" b="1" dirty="0"/>
              <a:t>(3)</a:t>
            </a:r>
            <a:r>
              <a:rPr lang="es-CO" sz="2800" dirty="0"/>
              <a:t> Los grupos </a:t>
            </a:r>
            <a:r>
              <a:rPr lang="es-CO" sz="2800" b="1" dirty="0"/>
              <a:t>no se pueden anidar</a:t>
            </a:r>
            <a:r>
              <a:rPr lang="es-CO" sz="2800" dirty="0"/>
              <a:t> ni renombrar después de crearse.</a:t>
            </a:r>
          </a:p>
          <a:p>
            <a:pPr algn="just"/>
            <a:endParaRPr lang="es-CO" sz="2800" dirty="0"/>
          </a:p>
          <a:p>
            <a:pPr algn="just"/>
            <a:r>
              <a:rPr lang="es-CO" sz="2800" b="1" dirty="0"/>
              <a:t>Comportamiento en cascada:</a:t>
            </a:r>
            <a:r>
              <a:rPr lang="es-CO" sz="2800" dirty="0"/>
              <a:t> Toda acción sobre el grupo afecta a </a:t>
            </a:r>
            <a:r>
              <a:rPr lang="es-CO" sz="2800" b="1" dirty="0"/>
              <a:t>todos sus recursos</a:t>
            </a:r>
            <a:r>
              <a:rPr lang="es-CO" sz="2800" dirty="0"/>
              <a:t>:</a:t>
            </a:r>
          </a:p>
          <a:p>
            <a:pPr marL="457200" indent="-457200" algn="just">
              <a:buFont typeface="Arial" panose="020B0604020202020204" pitchFamily="34" charset="0"/>
              <a:buChar char="•"/>
            </a:pPr>
            <a:r>
              <a:rPr lang="es-CO" sz="2800" dirty="0"/>
              <a:t>Eliminar el grupo → elimina todo lo que contiene</a:t>
            </a:r>
          </a:p>
          <a:p>
            <a:pPr marL="457200" indent="-457200" algn="just">
              <a:buFont typeface="Arial" panose="020B0604020202020204" pitchFamily="34" charset="0"/>
              <a:buChar char="•"/>
            </a:pPr>
            <a:r>
              <a:rPr lang="es-CO" sz="2800" dirty="0"/>
              <a:t>Conceder o denegar acceso → aplica a todos los recursos del grupo</a:t>
            </a:r>
          </a:p>
        </p:txBody>
      </p:sp>
    </p:spTree>
    <p:extLst>
      <p:ext uri="{BB962C8B-B14F-4D97-AF65-F5344CB8AC3E}">
        <p14:creationId xmlns:p14="http://schemas.microsoft.com/office/powerpoint/2010/main" val="105967782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82EB2-8EDF-4913-1478-C93FC1F844D6}"/>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49BC5E5D-426D-5232-512C-62F032BC3EFA}"/>
              </a:ext>
            </a:extLst>
          </p:cNvPr>
          <p:cNvSpPr txBox="1"/>
          <p:nvPr/>
        </p:nvSpPr>
        <p:spPr>
          <a:xfrm>
            <a:off x="2266014" y="1216799"/>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Suscripciones de Azure</a:t>
            </a:r>
          </a:p>
        </p:txBody>
      </p:sp>
      <p:sp>
        <p:nvSpPr>
          <p:cNvPr id="7" name="En los últimos años se viene detectando de que la interacción de las entidades con sus usuarios ya no pasa necesariamente por una web.…">
            <a:extLst>
              <a:ext uri="{FF2B5EF4-FFF2-40B4-BE49-F238E27FC236}">
                <a16:creationId xmlns:a16="http://schemas.microsoft.com/office/drawing/2014/main" id="{413ECEA8-884F-3FE5-AC55-E7A02D709BE1}"/>
              </a:ext>
            </a:extLst>
          </p:cNvPr>
          <p:cNvSpPr txBox="1"/>
          <p:nvPr/>
        </p:nvSpPr>
        <p:spPr>
          <a:xfrm>
            <a:off x="3158530" y="2749411"/>
            <a:ext cx="18066940" cy="27295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pPr algn="just"/>
            <a:r>
              <a:rPr lang="es-CO" sz="2800" dirty="0"/>
              <a:t>En Azure, las suscripciones son una unidad de administración, facturación y escala. Las suscripciones permiten organizar grupos de recursos y controlar la facturación por separado del acceso.</a:t>
            </a:r>
          </a:p>
          <a:p>
            <a:pPr algn="just"/>
            <a:endParaRPr lang="es-CO" sz="2800" dirty="0"/>
          </a:p>
          <a:p>
            <a:pPr algn="just"/>
            <a:r>
              <a:rPr lang="es-CO" sz="2800" dirty="0"/>
              <a:t>Una suscripción proporciona acceso a los productos y servicios de Azure y actúa como una unidad de facturación. Una suscripción de Azure se vincula a una cuenta de Azure, que es una identidad de Microsoft Entra ID o en un directorio en el que confía Microsoft Entra ID.</a:t>
            </a:r>
          </a:p>
        </p:txBody>
      </p:sp>
      <p:pic>
        <p:nvPicPr>
          <p:cNvPr id="4" name="Picture 3">
            <a:extLst>
              <a:ext uri="{FF2B5EF4-FFF2-40B4-BE49-F238E27FC236}">
                <a16:creationId xmlns:a16="http://schemas.microsoft.com/office/drawing/2014/main" id="{99D8AD65-C447-FA4D-82D3-EFCF708C2976}"/>
              </a:ext>
            </a:extLst>
          </p:cNvPr>
          <p:cNvPicPr>
            <a:picLocks noChangeAspect="1"/>
          </p:cNvPicPr>
          <p:nvPr/>
        </p:nvPicPr>
        <p:blipFill>
          <a:blip r:embed="rId2"/>
          <a:stretch>
            <a:fillRect/>
          </a:stretch>
        </p:blipFill>
        <p:spPr>
          <a:xfrm>
            <a:off x="5334000" y="5757863"/>
            <a:ext cx="13716000" cy="7658100"/>
          </a:xfrm>
          <a:prstGeom prst="rect">
            <a:avLst/>
          </a:prstGeom>
        </p:spPr>
      </p:pic>
    </p:spTree>
    <p:extLst>
      <p:ext uri="{BB962C8B-B14F-4D97-AF65-F5344CB8AC3E}">
        <p14:creationId xmlns:p14="http://schemas.microsoft.com/office/powerpoint/2010/main" val="115965904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083E-248E-B21E-82FB-C4A2EFAE4F7D}"/>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C69AA044-732D-0BBD-4B36-65AA4E49B2F5}"/>
              </a:ext>
            </a:extLst>
          </p:cNvPr>
          <p:cNvSpPr txBox="1"/>
          <p:nvPr/>
        </p:nvSpPr>
        <p:spPr>
          <a:xfrm>
            <a:off x="2266014" y="1216799"/>
            <a:ext cx="9654524" cy="6367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Grupos de Administración de Azure</a:t>
            </a:r>
          </a:p>
        </p:txBody>
      </p:sp>
      <p:sp>
        <p:nvSpPr>
          <p:cNvPr id="7" name="En los últimos años se viene detectando de que la interacción de las entidades con sus usuarios ya no pasa necesariamente por una web.…">
            <a:extLst>
              <a:ext uri="{FF2B5EF4-FFF2-40B4-BE49-F238E27FC236}">
                <a16:creationId xmlns:a16="http://schemas.microsoft.com/office/drawing/2014/main" id="{E1B75FFA-73F6-8A9B-A75F-9281FF7E1204}"/>
              </a:ext>
            </a:extLst>
          </p:cNvPr>
          <p:cNvSpPr txBox="1"/>
          <p:nvPr/>
        </p:nvSpPr>
        <p:spPr>
          <a:xfrm>
            <a:off x="3158530" y="2891306"/>
            <a:ext cx="18066940" cy="53149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4" tIns="71434" rIns="71434" bIns="71434" anchor="ctr">
            <a:spAutoFit/>
          </a:bodyPr>
          <a:lstStyle/>
          <a:p>
            <a:pPr algn="just"/>
            <a:r>
              <a:rPr lang="es-CO" sz="2800" dirty="0"/>
              <a:t>Los recursos se agrupan en grupos de recursos, y estos a su vez, se integran en suscripciones. Para un entorno pequeño, es suficiente. Pero cuando se tienen muchas suscripciones en varios equipos o zonas geográficas, se necesita una manera de administrar el acceso y las directivas a un nivel superior.</a:t>
            </a:r>
          </a:p>
          <a:p>
            <a:pPr algn="just"/>
            <a:endParaRPr lang="es-CO" sz="2800" dirty="0"/>
          </a:p>
          <a:p>
            <a:pPr algn="just"/>
            <a:r>
              <a:rPr lang="es-CO" sz="2800" dirty="0"/>
              <a:t>Los grupos de administración de Azure se sitúan por encima de las suscripciones. Las suscripciones se organizan en grupos de administración y se aplican condiciones de gobernanza (como directivas de acceso o reglas de cumplimiento) al grupo. </a:t>
            </a:r>
          </a:p>
          <a:p>
            <a:pPr algn="just"/>
            <a:endParaRPr lang="es-CO" sz="2800" dirty="0"/>
          </a:p>
          <a:p>
            <a:pPr algn="just"/>
            <a:r>
              <a:rPr lang="es-CO" sz="2800" dirty="0"/>
              <a:t>Todas las suscripciones de un grupo de administración heredan automáticamente esas condiciones, al igual que los recursos heredan la configuración de su grupo de recursos. Los grupos de administración pueden anidarse hasta en seis niveles (sin contar el nivel raíz ni el nivel de suscripción), lo que le permite crear una jerarquía que refleje la estructura de la organización.</a:t>
            </a:r>
          </a:p>
        </p:txBody>
      </p:sp>
    </p:spTree>
    <p:extLst>
      <p:ext uri="{BB962C8B-B14F-4D97-AF65-F5344CB8AC3E}">
        <p14:creationId xmlns:p14="http://schemas.microsoft.com/office/powerpoint/2010/main" val="302070627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E55D-3CE9-48D7-0C06-3D332096F034}"/>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FA009BBC-4BD5-32FC-5C59-F752E37A2557}"/>
              </a:ext>
            </a:extLst>
          </p:cNvPr>
          <p:cNvSpPr txBox="1"/>
          <p:nvPr/>
        </p:nvSpPr>
        <p:spPr>
          <a:xfrm>
            <a:off x="2266014" y="1216799"/>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dirty="0">
                <a:latin typeface="Helvetica Light"/>
              </a:rPr>
              <a:t>Grupos de Administración de Azure</a:t>
            </a:r>
          </a:p>
        </p:txBody>
      </p:sp>
      <p:pic>
        <p:nvPicPr>
          <p:cNvPr id="7" name="Picture 6">
            <a:extLst>
              <a:ext uri="{FF2B5EF4-FFF2-40B4-BE49-F238E27FC236}">
                <a16:creationId xmlns:a16="http://schemas.microsoft.com/office/drawing/2014/main" id="{73A704DD-6E9F-E843-E15D-811389F97700}"/>
              </a:ext>
            </a:extLst>
          </p:cNvPr>
          <p:cNvPicPr>
            <a:picLocks noChangeAspect="1"/>
          </p:cNvPicPr>
          <p:nvPr/>
        </p:nvPicPr>
        <p:blipFill>
          <a:blip r:embed="rId2"/>
          <a:stretch>
            <a:fillRect/>
          </a:stretch>
        </p:blipFill>
        <p:spPr>
          <a:xfrm>
            <a:off x="5694636" y="2247900"/>
            <a:ext cx="12994727" cy="10467975"/>
          </a:xfrm>
          <a:prstGeom prst="rect">
            <a:avLst/>
          </a:prstGeom>
        </p:spPr>
      </p:pic>
    </p:spTree>
    <p:extLst>
      <p:ext uri="{BB962C8B-B14F-4D97-AF65-F5344CB8AC3E}">
        <p14:creationId xmlns:p14="http://schemas.microsoft.com/office/powerpoint/2010/main" val="246077575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D8DC8-EB1E-2129-D72A-E7EBECDBB13C}"/>
            </a:ext>
          </a:extLst>
        </p:cNvPr>
        <p:cNvGrpSpPr/>
        <p:nvPr/>
      </p:nvGrpSpPr>
      <p:grpSpPr>
        <a:xfrm>
          <a:off x="0" y="0"/>
          <a:ext cx="0" cy="0"/>
          <a:chOff x="0" y="0"/>
          <a:chExt cx="0" cy="0"/>
        </a:xfrm>
      </p:grpSpPr>
    </p:spTree>
    <p:extLst>
      <p:ext uri="{BB962C8B-B14F-4D97-AF65-F5344CB8AC3E}">
        <p14:creationId xmlns:p14="http://schemas.microsoft.com/office/powerpoint/2010/main" val="3978278495"/>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B359A176E8B9854AA3D01AE34ED232F3" ma:contentTypeVersion="10" ma:contentTypeDescription="Crear nuevo documento." ma:contentTypeScope="" ma:versionID="3925640f1aa2cf9dfb10aadb476aad26">
  <xsd:schema xmlns:xsd="http://www.w3.org/2001/XMLSchema" xmlns:xs="http://www.w3.org/2001/XMLSchema" xmlns:p="http://schemas.microsoft.com/office/2006/metadata/properties" xmlns:ns2="aceb4fe1-53dd-4732-b090-f293850c2989" xmlns:ns3="de26d076-c54c-4210-9ee1-315c82760e76" targetNamespace="http://schemas.microsoft.com/office/2006/metadata/properties" ma:root="true" ma:fieldsID="e580be744deaf20ec630cabec991a74b" ns2:_="" ns3:_="">
    <xsd:import namespace="aceb4fe1-53dd-4732-b090-f293850c2989"/>
    <xsd:import namespace="de26d076-c54c-4210-9ee1-315c82760e7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eb4fe1-53dd-4732-b090-f293850c2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e26d076-c54c-4210-9ee1-315c82760e76"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944201-0AFB-4FDA-86CF-670F1F8AF59D}">
  <ds:schemaRefs>
    <ds:schemaRef ds:uri="aceb4fe1-53dd-4732-b090-f293850c2989"/>
    <ds:schemaRef ds:uri="http://schemas.microsoft.com/office/2006/documentManagement/types"/>
    <ds:schemaRef ds:uri="http://schemas.microsoft.com/office/infopath/2007/PartnerControls"/>
    <ds:schemaRef ds:uri="http://purl.org/dc/elements/1.1/"/>
    <ds:schemaRef ds:uri="http://purl.org/dc/terms/"/>
    <ds:schemaRef ds:uri="http://purl.org/dc/dcmitype/"/>
    <ds:schemaRef ds:uri="http://schemas.openxmlformats.org/package/2006/metadata/core-properties"/>
    <ds:schemaRef ds:uri="de26d076-c54c-4210-9ee1-315c82760e76"/>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B4372E40-7AC3-447C-AF4A-54FCAFB5E192}">
  <ds:schemaRefs>
    <ds:schemaRef ds:uri="http://schemas.microsoft.com/sharepoint/v3/contenttype/forms"/>
  </ds:schemaRefs>
</ds:datastoreItem>
</file>

<file path=customXml/itemProps3.xml><?xml version="1.0" encoding="utf-8"?>
<ds:datastoreItem xmlns:ds="http://schemas.openxmlformats.org/officeDocument/2006/customXml" ds:itemID="{9F8E361F-7359-4C4E-8951-5BED68039C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eb4fe1-53dd-4732-b090-f293850c2989"/>
    <ds:schemaRef ds:uri="de26d076-c54c-4210-9ee1-315c82760e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2601</TotalTime>
  <Words>916</Words>
  <Application>Microsoft Office PowerPoint</Application>
  <PresentationFormat>Custom</PresentationFormat>
  <Paragraphs>71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Helvetica Light</vt:lpstr>
      <vt:lpstr>Helvetica Neue</vt:lpstr>
      <vt:lpstr>Helvetica Neue Medium</vt: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Julia Rodriguez (Directora Desarrollo)</dc:creator>
  <cp:lastModifiedBy>Norbey Muñoz</cp:lastModifiedBy>
  <cp:revision>49</cp:revision>
  <dcterms:modified xsi:type="dcterms:W3CDTF">2026-06-04T00:56:02Z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0x010100B359A176E8B9854AA3D01AE34ED232F3</vt:lpwstr>
  </property>
</Properties>
</file>