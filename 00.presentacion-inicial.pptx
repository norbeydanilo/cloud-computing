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257" r:id="rId4"/>
    <p:sldId id="260" r:id="rId5"/>
    <p:sldId id="259" r:id="rId6"/>
  </p:sldIdLst>
  <p:sldSz cx="12192000" cy="6858000"/>
  <p:notesSz cx="6858000" cy="9144000"/>
  <p:embeddedFontLst>
    <p:embeddedFont>
      <p:font typeface="Livvic" pitchFamily="2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Nunito" pitchFamily="2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Condensed Light" panose="02000000000000000000" pitchFamily="2" charset="0"/>
      <p:regular r:id="rId24"/>
      <p:italic r:id="rId25"/>
    </p:embeddedFont>
    <p:embeddedFont>
      <p:font typeface="Saira" panose="020B0604020202020204" charset="0"/>
      <p:regular r:id="rId26"/>
      <p:bold r:id="rId27"/>
      <p:italic r:id="rId28"/>
      <p:boldItalic r:id="rId29"/>
    </p:embeddedFont>
    <p:embeddedFont>
      <p:font typeface="Saira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vwoM9eB9/dioecwqT0tewQNW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A4D92F-EE95-46B2-AAA7-93A10D061BFF}">
  <a:tblStyle styleId="{25A4D92F-EE95-46B2-AAA7-93A10D061B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9" Type="http://schemas.microsoft.com/office/2016/11/relationships/changesInfo" Target="changesInfos/changesInfo1.xml"/><Relationship Id="rId21" Type="http://schemas.openxmlformats.org/officeDocument/2006/relationships/font" Target="fonts/font14.fntdata"/><Relationship Id="rId34" Type="http://customschemas.google.com/relationships/presentationmetadata" Target="meta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font" Target="fonts/font26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font" Target="fonts/font25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presProps" Target="presProps.xml"/><Relationship Id="rId8" Type="http://schemas.openxmlformats.org/officeDocument/2006/relationships/font" Target="fonts/font1.fntdata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modSld">
      <pc:chgData name="Norbey Muñoz" userId="b7e811e8891ccd42" providerId="LiveId" clId="{2482167B-ADD3-4E68-AB8B-ADE9CECE27D0}" dt="2026-05-11T03:55:09.627" v="35" actId="20577"/>
      <pc:docMkLst>
        <pc:docMk/>
      </pc:docMkLst>
      <pc:sldChg chg="modSp mod">
        <pc:chgData name="Norbey Muñoz" userId="b7e811e8891ccd42" providerId="LiveId" clId="{2482167B-ADD3-4E68-AB8B-ADE9CECE27D0}" dt="2026-05-11T03:55:09.627" v="35" actId="20577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05-11T03:51:27.108" v="17" actId="20577"/>
          <ac:spMkLst>
            <pc:docMk/>
            <pc:sldMk cId="0" sldId="256"/>
            <ac:spMk id="3" creationId="{F6E5FE4C-F0A4-04D9-BDF6-552D3C5B8C83}"/>
          </ac:spMkLst>
        </pc:spChg>
        <pc:spChg chg="mod">
          <ac:chgData name="Norbey Muñoz" userId="b7e811e8891ccd42" providerId="LiveId" clId="{2482167B-ADD3-4E68-AB8B-ADE9CECE27D0}" dt="2026-05-11T03:55:09.627" v="35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1T03:51:39.902" v="20" actId="20577"/>
        <pc:sldMkLst>
          <pc:docMk/>
          <pc:sldMk cId="0" sldId="259"/>
        </pc:sldMkLst>
        <pc:spChg chg="mod">
          <ac:chgData name="Norbey Muñoz" userId="b7e811e8891ccd42" providerId="LiveId" clId="{2482167B-ADD3-4E68-AB8B-ADE9CECE27D0}" dt="2026-05-11T03:51:39.902" v="20" actId="20577"/>
          <ac:spMkLst>
            <pc:docMk/>
            <pc:sldMk cId="0" sldId="259"/>
            <ac:spMk id="8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8b4de9e97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8b4de9e97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a46fb0627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a46fb0627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523433" y="4325600"/>
            <a:ext cx="5145200" cy="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15867" y="1934400"/>
            <a:ext cx="7960400" cy="2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867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889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950967" y="1596133"/>
            <a:ext cx="103456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Livvic"/>
              <a:buAutoNum type="arabicPeriod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51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4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2"/>
          </p:nvPr>
        </p:nvSpPr>
        <p:spPr>
          <a:xfrm>
            <a:off x="1017033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"/>
          </p:nvPr>
        </p:nvSpPr>
        <p:spPr>
          <a:xfrm>
            <a:off x="1237633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 idx="3"/>
          </p:nvPr>
        </p:nvSpPr>
        <p:spPr>
          <a:xfrm>
            <a:off x="4669600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4"/>
          </p:nvPr>
        </p:nvSpPr>
        <p:spPr>
          <a:xfrm>
            <a:off x="4890184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5"/>
          </p:nvPr>
        </p:nvSpPr>
        <p:spPr>
          <a:xfrm>
            <a:off x="8322167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6"/>
          </p:nvPr>
        </p:nvSpPr>
        <p:spPr>
          <a:xfrm>
            <a:off x="8542767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3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204" name="Google Shape;204;p13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8" name="Google Shape;208;p13"/>
          <p:cNvGrpSpPr/>
          <p:nvPr/>
        </p:nvGrpSpPr>
        <p:grpSpPr>
          <a:xfrm>
            <a:off x="10058500" y="1061718"/>
            <a:ext cx="1238067" cy="132445"/>
            <a:chOff x="7596525" y="772450"/>
            <a:chExt cx="928550" cy="99334"/>
          </a:xfrm>
        </p:grpSpPr>
        <p:sp>
          <p:nvSpPr>
            <p:cNvPr id="209" name="Google Shape;209;p13"/>
            <p:cNvSpPr/>
            <p:nvPr/>
          </p:nvSpPr>
          <p:spPr>
            <a:xfrm>
              <a:off x="7596525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7775914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7864827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954087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049252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812027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8408377" y="772450"/>
              <a:ext cx="33690" cy="99334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238713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49103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281091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950967" y="1960151"/>
            <a:ext cx="5172800" cy="11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"/>
          </p:nvPr>
        </p:nvSpPr>
        <p:spPr>
          <a:xfrm>
            <a:off x="965567" y="3377833"/>
            <a:ext cx="4800000" cy="1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14"/>
          <p:cNvGrpSpPr/>
          <p:nvPr/>
        </p:nvGrpSpPr>
        <p:grpSpPr>
          <a:xfrm>
            <a:off x="950967" y="719334"/>
            <a:ext cx="1045677" cy="513796"/>
            <a:chOff x="1545800" y="3494150"/>
            <a:chExt cx="784258" cy="385347"/>
          </a:xfrm>
        </p:grpSpPr>
        <p:sp>
          <p:nvSpPr>
            <p:cNvPr id="222" name="Google Shape;222;p14"/>
            <p:cNvSpPr/>
            <p:nvPr/>
          </p:nvSpPr>
          <p:spPr>
            <a:xfrm>
              <a:off x="1545800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697361" y="3494150"/>
              <a:ext cx="28548" cy="385347"/>
            </a:xfrm>
            <a:custGeom>
              <a:avLst/>
              <a:gdLst/>
              <a:ahLst/>
              <a:cxnLst/>
              <a:rect l="l" t="t" r="r" b="b"/>
              <a:pathLst>
                <a:path w="259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772535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84781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928174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988247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2231406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088222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30139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-1104280" y="5927836"/>
            <a:ext cx="7620567" cy="513795"/>
            <a:chOff x="377500" y="4371675"/>
            <a:chExt cx="8388999" cy="565603"/>
          </a:xfrm>
        </p:grpSpPr>
        <p:sp>
          <p:nvSpPr>
            <p:cNvPr id="232" name="Google Shape;232;p14"/>
            <p:cNvSpPr/>
            <p:nvPr/>
          </p:nvSpPr>
          <p:spPr>
            <a:xfrm>
              <a:off x="494280" y="4637709"/>
              <a:ext cx="8234884" cy="299569"/>
            </a:xfrm>
            <a:custGeom>
              <a:avLst/>
              <a:gdLst/>
              <a:ahLst/>
              <a:cxnLst/>
              <a:rect l="l" t="t" r="r" b="b"/>
              <a:pathLst>
                <a:path w="77851" h="2832" extrusionOk="0">
                  <a:moveTo>
                    <a:pt x="73102" y="1"/>
                  </a:moveTo>
                  <a:lnTo>
                    <a:pt x="70389" y="2713"/>
                  </a:lnTo>
                  <a:lnTo>
                    <a:pt x="1" y="2713"/>
                  </a:lnTo>
                  <a:lnTo>
                    <a:pt x="1" y="2831"/>
                  </a:lnTo>
                  <a:lnTo>
                    <a:pt x="70438" y="2831"/>
                  </a:lnTo>
                  <a:lnTo>
                    <a:pt x="73152" y="118"/>
                  </a:lnTo>
                  <a:lnTo>
                    <a:pt x="77850" y="118"/>
                  </a:lnTo>
                  <a:lnTo>
                    <a:pt x="77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8691926" y="4606716"/>
              <a:ext cx="74573" cy="74469"/>
            </a:xfrm>
            <a:custGeom>
              <a:avLst/>
              <a:gdLst/>
              <a:ahLst/>
              <a:cxnLst/>
              <a:rect l="l" t="t" r="r" b="b"/>
              <a:pathLst>
                <a:path w="705" h="704" extrusionOk="0">
                  <a:moveTo>
                    <a:pt x="352" y="0"/>
                  </a:moveTo>
                  <a:cubicBezTo>
                    <a:pt x="158" y="0"/>
                    <a:pt x="0" y="158"/>
                    <a:pt x="0" y="352"/>
                  </a:cubicBezTo>
                  <a:cubicBezTo>
                    <a:pt x="0" y="547"/>
                    <a:pt x="158" y="704"/>
                    <a:pt x="352" y="704"/>
                  </a:cubicBezTo>
                  <a:cubicBezTo>
                    <a:pt x="547" y="704"/>
                    <a:pt x="704" y="547"/>
                    <a:pt x="704" y="352"/>
                  </a:cubicBezTo>
                  <a:cubicBezTo>
                    <a:pt x="704" y="158"/>
                    <a:pt x="547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77500" y="4404467"/>
              <a:ext cx="7868788" cy="389376"/>
            </a:xfrm>
            <a:custGeom>
              <a:avLst/>
              <a:gdLst/>
              <a:ahLst/>
              <a:cxnLst/>
              <a:rect l="l" t="t" r="r" b="b"/>
              <a:pathLst>
                <a:path w="74390" h="3681" extrusionOk="0">
                  <a:moveTo>
                    <a:pt x="74306" y="1"/>
                  </a:moveTo>
                  <a:lnTo>
                    <a:pt x="70745" y="3562"/>
                  </a:lnTo>
                  <a:lnTo>
                    <a:pt x="0" y="3562"/>
                  </a:lnTo>
                  <a:lnTo>
                    <a:pt x="0" y="3680"/>
                  </a:lnTo>
                  <a:lnTo>
                    <a:pt x="70794" y="3680"/>
                  </a:lnTo>
                  <a:lnTo>
                    <a:pt x="74390" y="85"/>
                  </a:lnTo>
                  <a:lnTo>
                    <a:pt x="7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8204603" y="4371675"/>
              <a:ext cx="74573" cy="74575"/>
            </a:xfrm>
            <a:custGeom>
              <a:avLst/>
              <a:gdLst/>
              <a:ahLst/>
              <a:cxnLst/>
              <a:rect l="l" t="t" r="r" b="b"/>
              <a:pathLst>
                <a:path w="705" h="70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cubicBezTo>
                    <a:pt x="1" y="548"/>
                    <a:pt x="159" y="705"/>
                    <a:pt x="353" y="705"/>
                  </a:cubicBezTo>
                  <a:cubicBezTo>
                    <a:pt x="547" y="705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rgbClr val="E65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47315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2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subTitle" idx="2"/>
          </p:nvPr>
        </p:nvSpPr>
        <p:spPr>
          <a:xfrm>
            <a:off x="10904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ubTitle" idx="3"/>
          </p:nvPr>
        </p:nvSpPr>
        <p:spPr>
          <a:xfrm>
            <a:off x="1730767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24"/>
          <p:cNvSpPr txBox="1">
            <a:spLocks noGrp="1"/>
          </p:cNvSpPr>
          <p:nvPr>
            <p:ph type="subTitle" idx="4"/>
          </p:nvPr>
        </p:nvSpPr>
        <p:spPr>
          <a:xfrm>
            <a:off x="10904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24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4"/>
          <p:cNvSpPr txBox="1">
            <a:spLocks noGrp="1"/>
          </p:cNvSpPr>
          <p:nvPr>
            <p:ph type="subTitle" idx="6"/>
          </p:nvPr>
        </p:nvSpPr>
        <p:spPr>
          <a:xfrm>
            <a:off x="4743800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4"/>
          <p:cNvSpPr txBox="1">
            <a:spLocks noGrp="1"/>
          </p:cNvSpPr>
          <p:nvPr>
            <p:ph type="subTitle" idx="7"/>
          </p:nvPr>
        </p:nvSpPr>
        <p:spPr>
          <a:xfrm>
            <a:off x="5318633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4"/>
          <p:cNvSpPr txBox="1">
            <a:spLocks noGrp="1"/>
          </p:cNvSpPr>
          <p:nvPr>
            <p:ph type="subTitle" idx="8"/>
          </p:nvPr>
        </p:nvSpPr>
        <p:spPr>
          <a:xfrm>
            <a:off x="4743800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4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4"/>
          <p:cNvSpPr txBox="1">
            <a:spLocks noGrp="1"/>
          </p:cNvSpPr>
          <p:nvPr>
            <p:ph type="subTitle" idx="13"/>
          </p:nvPr>
        </p:nvSpPr>
        <p:spPr>
          <a:xfrm>
            <a:off x="84528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subTitle" idx="14"/>
          </p:nvPr>
        </p:nvSpPr>
        <p:spPr>
          <a:xfrm>
            <a:off x="9027764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4"/>
          <p:cNvSpPr txBox="1">
            <a:spLocks noGrp="1"/>
          </p:cNvSpPr>
          <p:nvPr>
            <p:ph type="subTitle" idx="15"/>
          </p:nvPr>
        </p:nvSpPr>
        <p:spPr>
          <a:xfrm>
            <a:off x="84528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24"/>
          <p:cNvGrpSpPr/>
          <p:nvPr/>
        </p:nvGrpSpPr>
        <p:grpSpPr>
          <a:xfrm>
            <a:off x="10338094" y="719350"/>
            <a:ext cx="958501" cy="139373"/>
            <a:chOff x="7458947" y="539500"/>
            <a:chExt cx="1013500" cy="147350"/>
          </a:xfrm>
        </p:grpSpPr>
        <p:sp>
          <p:nvSpPr>
            <p:cNvPr id="402" name="Google Shape;402;p24"/>
            <p:cNvSpPr/>
            <p:nvPr/>
          </p:nvSpPr>
          <p:spPr>
            <a:xfrm>
              <a:off x="7458947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76754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7892022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8108559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83252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407" name="Google Shape;407;p24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408" name="Google Shape;408;p24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779123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29"/>
          <p:cNvGrpSpPr/>
          <p:nvPr/>
        </p:nvGrpSpPr>
        <p:grpSpPr>
          <a:xfrm flipH="1">
            <a:off x="9873767" y="350267"/>
            <a:ext cx="2663533" cy="924667"/>
            <a:chOff x="6541275" y="2323925"/>
            <a:chExt cx="1997650" cy="693500"/>
          </a:xfrm>
        </p:grpSpPr>
        <p:sp>
          <p:nvSpPr>
            <p:cNvPr id="562" name="Google Shape;562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-380800" y="5629500"/>
            <a:ext cx="2663533" cy="924667"/>
            <a:chOff x="6541275" y="2323925"/>
            <a:chExt cx="1997650" cy="693500"/>
          </a:xfrm>
        </p:grpSpPr>
        <p:sp>
          <p:nvSpPr>
            <p:cNvPr id="580" name="Google Shape;580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22959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30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599" name="Google Shape;599;p30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98850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31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605" name="Google Shape;605;p31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29080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32"/>
          <p:cNvGrpSpPr/>
          <p:nvPr/>
        </p:nvGrpSpPr>
        <p:grpSpPr>
          <a:xfrm rot="10800000" flipH="1">
            <a:off x="-266483" y="599789"/>
            <a:ext cx="3737188" cy="2511592"/>
            <a:chOff x="4583450" y="1118650"/>
            <a:chExt cx="844575" cy="567600"/>
          </a:xfrm>
        </p:grpSpPr>
        <p:sp>
          <p:nvSpPr>
            <p:cNvPr id="611" name="Google Shape;611;p32"/>
            <p:cNvSpPr/>
            <p:nvPr/>
          </p:nvSpPr>
          <p:spPr>
            <a:xfrm>
              <a:off x="4648675" y="1183350"/>
              <a:ext cx="565225" cy="302300"/>
            </a:xfrm>
            <a:custGeom>
              <a:avLst/>
              <a:gdLst/>
              <a:ahLst/>
              <a:cxnLst/>
              <a:rect l="l" t="t" r="r" b="b"/>
              <a:pathLst>
                <a:path w="22609" h="12092" extrusionOk="0">
                  <a:moveTo>
                    <a:pt x="21237" y="0"/>
                  </a:moveTo>
                  <a:lnTo>
                    <a:pt x="16774" y="4464"/>
                  </a:lnTo>
                  <a:lnTo>
                    <a:pt x="13175" y="4464"/>
                  </a:lnTo>
                  <a:lnTo>
                    <a:pt x="5786" y="11852"/>
                  </a:lnTo>
                  <a:lnTo>
                    <a:pt x="3809" y="11852"/>
                  </a:lnTo>
                  <a:lnTo>
                    <a:pt x="2291" y="10335"/>
                  </a:lnTo>
                  <a:lnTo>
                    <a:pt x="1" y="10335"/>
                  </a:lnTo>
                  <a:lnTo>
                    <a:pt x="1" y="10574"/>
                  </a:lnTo>
                  <a:lnTo>
                    <a:pt x="2192" y="10574"/>
                  </a:lnTo>
                  <a:lnTo>
                    <a:pt x="3710" y="12092"/>
                  </a:lnTo>
                  <a:lnTo>
                    <a:pt x="5886" y="12092"/>
                  </a:lnTo>
                  <a:lnTo>
                    <a:pt x="13273" y="4703"/>
                  </a:lnTo>
                  <a:lnTo>
                    <a:pt x="16873" y="4703"/>
                  </a:lnTo>
                  <a:lnTo>
                    <a:pt x="21336" y="241"/>
                  </a:lnTo>
                  <a:lnTo>
                    <a:pt x="22609" y="241"/>
                  </a:lnTo>
                  <a:lnTo>
                    <a:pt x="226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4648675" y="1425725"/>
              <a:ext cx="529925" cy="187725"/>
            </a:xfrm>
            <a:custGeom>
              <a:avLst/>
              <a:gdLst/>
              <a:ahLst/>
              <a:cxnLst/>
              <a:rect l="l" t="t" r="r" b="b"/>
              <a:pathLst>
                <a:path w="21197" h="7509" extrusionOk="0">
                  <a:moveTo>
                    <a:pt x="16250" y="1"/>
                  </a:moveTo>
                  <a:lnTo>
                    <a:pt x="14812" y="1439"/>
                  </a:lnTo>
                  <a:lnTo>
                    <a:pt x="11617" y="1439"/>
                  </a:lnTo>
                  <a:lnTo>
                    <a:pt x="5786" y="7270"/>
                  </a:lnTo>
                  <a:lnTo>
                    <a:pt x="1" y="7270"/>
                  </a:lnTo>
                  <a:lnTo>
                    <a:pt x="1" y="7509"/>
                  </a:lnTo>
                  <a:lnTo>
                    <a:pt x="5886" y="7509"/>
                  </a:lnTo>
                  <a:lnTo>
                    <a:pt x="11717" y="1678"/>
                  </a:lnTo>
                  <a:lnTo>
                    <a:pt x="14911" y="1678"/>
                  </a:lnTo>
                  <a:lnTo>
                    <a:pt x="16349" y="240"/>
                  </a:lnTo>
                  <a:lnTo>
                    <a:pt x="19524" y="240"/>
                  </a:lnTo>
                  <a:lnTo>
                    <a:pt x="21027" y="1743"/>
                  </a:lnTo>
                  <a:lnTo>
                    <a:pt x="21196" y="1573"/>
                  </a:lnTo>
                  <a:lnTo>
                    <a:pt x="196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5169475" y="1461825"/>
              <a:ext cx="29350" cy="29375"/>
            </a:xfrm>
            <a:custGeom>
              <a:avLst/>
              <a:gdLst/>
              <a:ahLst/>
              <a:cxnLst/>
              <a:rect l="l" t="t" r="r" b="b"/>
              <a:pathLst>
                <a:path w="1174" h="1175" extrusionOk="0">
                  <a:moveTo>
                    <a:pt x="587" y="240"/>
                  </a:moveTo>
                  <a:cubicBezTo>
                    <a:pt x="778" y="240"/>
                    <a:pt x="934" y="396"/>
                    <a:pt x="934" y="588"/>
                  </a:cubicBezTo>
                  <a:cubicBezTo>
                    <a:pt x="934" y="779"/>
                    <a:pt x="778" y="935"/>
                    <a:pt x="587" y="935"/>
                  </a:cubicBezTo>
                  <a:cubicBezTo>
                    <a:pt x="396" y="935"/>
                    <a:pt x="239" y="779"/>
                    <a:pt x="239" y="588"/>
                  </a:cubicBezTo>
                  <a:cubicBezTo>
                    <a:pt x="239" y="396"/>
                    <a:pt x="396" y="240"/>
                    <a:pt x="587" y="240"/>
                  </a:cubicBezTo>
                  <a:close/>
                  <a:moveTo>
                    <a:pt x="587" y="1"/>
                  </a:moveTo>
                  <a:cubicBezTo>
                    <a:pt x="263" y="1"/>
                    <a:pt x="0" y="264"/>
                    <a:pt x="0" y="588"/>
                  </a:cubicBezTo>
                  <a:cubicBezTo>
                    <a:pt x="0" y="912"/>
                    <a:pt x="263" y="1174"/>
                    <a:pt x="587" y="1174"/>
                  </a:cubicBezTo>
                  <a:cubicBezTo>
                    <a:pt x="910" y="1174"/>
                    <a:pt x="1174" y="912"/>
                    <a:pt x="1174" y="588"/>
                  </a:cubicBezTo>
                  <a:cubicBezTo>
                    <a:pt x="1174" y="264"/>
                    <a:pt x="910" y="1"/>
                    <a:pt x="5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4648675" y="1310925"/>
              <a:ext cx="770650" cy="346450"/>
            </a:xfrm>
            <a:custGeom>
              <a:avLst/>
              <a:gdLst/>
              <a:ahLst/>
              <a:cxnLst/>
              <a:rect l="l" t="t" r="r" b="b"/>
              <a:pathLst>
                <a:path w="30826" h="13858" extrusionOk="0">
                  <a:moveTo>
                    <a:pt x="30587" y="0"/>
                  </a:moveTo>
                  <a:lnTo>
                    <a:pt x="30587" y="2296"/>
                  </a:lnTo>
                  <a:lnTo>
                    <a:pt x="28550" y="4333"/>
                  </a:lnTo>
                  <a:lnTo>
                    <a:pt x="26453" y="4333"/>
                  </a:lnTo>
                  <a:lnTo>
                    <a:pt x="23038" y="7747"/>
                  </a:lnTo>
                  <a:lnTo>
                    <a:pt x="12615" y="7747"/>
                  </a:lnTo>
                  <a:lnTo>
                    <a:pt x="6745" y="13618"/>
                  </a:lnTo>
                  <a:lnTo>
                    <a:pt x="1" y="13618"/>
                  </a:lnTo>
                  <a:lnTo>
                    <a:pt x="1" y="13858"/>
                  </a:lnTo>
                  <a:lnTo>
                    <a:pt x="6844" y="13858"/>
                  </a:lnTo>
                  <a:lnTo>
                    <a:pt x="12715" y="7987"/>
                  </a:lnTo>
                  <a:lnTo>
                    <a:pt x="23138" y="7987"/>
                  </a:lnTo>
                  <a:lnTo>
                    <a:pt x="26553" y="4573"/>
                  </a:lnTo>
                  <a:lnTo>
                    <a:pt x="28649" y="4573"/>
                  </a:lnTo>
                  <a:lnTo>
                    <a:pt x="30826" y="2396"/>
                  </a:lnTo>
                  <a:lnTo>
                    <a:pt x="308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4648675" y="1272475"/>
              <a:ext cx="579225" cy="299050"/>
            </a:xfrm>
            <a:custGeom>
              <a:avLst/>
              <a:gdLst/>
              <a:ahLst/>
              <a:cxnLst/>
              <a:rect l="l" t="t" r="r" b="b"/>
              <a:pathLst>
                <a:path w="23169" h="11962" extrusionOk="0">
                  <a:moveTo>
                    <a:pt x="20264" y="0"/>
                  </a:moveTo>
                  <a:lnTo>
                    <a:pt x="17367" y="2896"/>
                  </a:lnTo>
                  <a:lnTo>
                    <a:pt x="13733" y="2896"/>
                  </a:lnTo>
                  <a:lnTo>
                    <a:pt x="4908" y="11721"/>
                  </a:lnTo>
                  <a:lnTo>
                    <a:pt x="1" y="11721"/>
                  </a:lnTo>
                  <a:lnTo>
                    <a:pt x="1" y="11962"/>
                  </a:lnTo>
                  <a:lnTo>
                    <a:pt x="5007" y="11962"/>
                  </a:lnTo>
                  <a:lnTo>
                    <a:pt x="13833" y="3135"/>
                  </a:lnTo>
                  <a:lnTo>
                    <a:pt x="17467" y="3135"/>
                  </a:lnTo>
                  <a:lnTo>
                    <a:pt x="20362" y="240"/>
                  </a:lnTo>
                  <a:lnTo>
                    <a:pt x="23169" y="240"/>
                  </a:lnTo>
                  <a:lnTo>
                    <a:pt x="23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072275" y="133447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1"/>
                    <a:pt x="0" y="468"/>
                  </a:cubicBezTo>
                  <a:cubicBezTo>
                    <a:pt x="0" y="727"/>
                    <a:pt x="210" y="935"/>
                    <a:pt x="467" y="935"/>
                  </a:cubicBezTo>
                  <a:cubicBezTo>
                    <a:pt x="725" y="935"/>
                    <a:pt x="934" y="727"/>
                    <a:pt x="934" y="468"/>
                  </a:cubicBezTo>
                  <a:cubicBezTo>
                    <a:pt x="934" y="211"/>
                    <a:pt x="725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404650" y="129922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0"/>
                    <a:pt x="0" y="468"/>
                  </a:cubicBezTo>
                  <a:cubicBezTo>
                    <a:pt x="0" y="726"/>
                    <a:pt x="210" y="935"/>
                    <a:pt x="467" y="935"/>
                  </a:cubicBezTo>
                  <a:cubicBezTo>
                    <a:pt x="726" y="935"/>
                    <a:pt x="934" y="726"/>
                    <a:pt x="934" y="468"/>
                  </a:cubicBezTo>
                  <a:cubicBezTo>
                    <a:pt x="934" y="210"/>
                    <a:pt x="726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4912575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941500" y="1640025"/>
              <a:ext cx="19725" cy="19675"/>
            </a:xfrm>
            <a:custGeom>
              <a:avLst/>
              <a:gdLst/>
              <a:ahLst/>
              <a:cxnLst/>
              <a:rect l="l" t="t" r="r" b="b"/>
              <a:pathLst>
                <a:path w="789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9" y="787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497047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499942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5028400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677900" y="1396850"/>
              <a:ext cx="19675" cy="19725"/>
            </a:xfrm>
            <a:custGeom>
              <a:avLst/>
              <a:gdLst/>
              <a:ahLst/>
              <a:cxnLst/>
              <a:rect l="l" t="t" r="r" b="b"/>
              <a:pathLst>
                <a:path w="787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4706825" y="1396850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47358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476475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47937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466502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468497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46949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47048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47154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47233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4755350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47365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476457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4810525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483635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484915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486200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48757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488592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4927400" y="1175150"/>
              <a:ext cx="4850" cy="1430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490297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49393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4998925" y="1201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4982225" y="12197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467995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3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4698775" y="1283375"/>
              <a:ext cx="12125" cy="12150"/>
            </a:xfrm>
            <a:custGeom>
              <a:avLst/>
              <a:gdLst/>
              <a:ahLst/>
              <a:cxnLst/>
              <a:rect l="l" t="t" r="r" b="b"/>
              <a:pathLst>
                <a:path w="485" h="486" extrusionOk="0">
                  <a:moveTo>
                    <a:pt x="243" y="81"/>
                  </a:moveTo>
                  <a:cubicBezTo>
                    <a:pt x="332" y="81"/>
                    <a:pt x="404" y="154"/>
                    <a:pt x="404" y="244"/>
                  </a:cubicBezTo>
                  <a:cubicBezTo>
                    <a:pt x="404" y="333"/>
                    <a:pt x="332" y="405"/>
                    <a:pt x="243" y="405"/>
                  </a:cubicBezTo>
                  <a:cubicBezTo>
                    <a:pt x="153" y="405"/>
                    <a:pt x="80" y="333"/>
                    <a:pt x="80" y="244"/>
                  </a:cubicBezTo>
                  <a:cubicBezTo>
                    <a:pt x="80" y="154"/>
                    <a:pt x="153" y="81"/>
                    <a:pt x="243" y="81"/>
                  </a:cubicBezTo>
                  <a:close/>
                  <a:moveTo>
                    <a:pt x="243" y="1"/>
                  </a:moveTo>
                  <a:cubicBezTo>
                    <a:pt x="109" y="1"/>
                    <a:pt x="1" y="110"/>
                    <a:pt x="1" y="244"/>
                  </a:cubicBezTo>
                  <a:cubicBezTo>
                    <a:pt x="1" y="376"/>
                    <a:pt x="109" y="486"/>
                    <a:pt x="243" y="486"/>
                  </a:cubicBezTo>
                  <a:cubicBezTo>
                    <a:pt x="376" y="486"/>
                    <a:pt x="484" y="376"/>
                    <a:pt x="484" y="244"/>
                  </a:cubicBezTo>
                  <a:cubicBezTo>
                    <a:pt x="484" y="110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471960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1" y="91"/>
                    <a:pt x="1" y="203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5" y="314"/>
                    <a:pt x="405" y="203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473942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3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3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475927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4779075" y="128440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4" y="0"/>
                  </a:moveTo>
                  <a:cubicBezTo>
                    <a:pt x="92" y="0"/>
                    <a:pt x="1" y="91"/>
                    <a:pt x="1" y="203"/>
                  </a:cubicBezTo>
                  <a:cubicBezTo>
                    <a:pt x="1" y="314"/>
                    <a:pt x="92" y="404"/>
                    <a:pt x="204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4964475" y="140165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4983300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5004125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1" y="1"/>
                    <a:pt x="1" y="91"/>
                    <a:pt x="1" y="202"/>
                  </a:cubicBezTo>
                  <a:cubicBezTo>
                    <a:pt x="1" y="314"/>
                    <a:pt x="91" y="405"/>
                    <a:pt x="203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023950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2" y="1"/>
                    <a:pt x="1" y="91"/>
                    <a:pt x="1" y="202"/>
                  </a:cubicBezTo>
                  <a:cubicBezTo>
                    <a:pt x="1" y="314"/>
                    <a:pt x="92" y="405"/>
                    <a:pt x="203" y="405"/>
                  </a:cubicBezTo>
                  <a:cubicBezTo>
                    <a:pt x="315" y="405"/>
                    <a:pt x="405" y="314"/>
                    <a:pt x="405" y="202"/>
                  </a:cubicBezTo>
                  <a:cubicBezTo>
                    <a:pt x="405" y="91"/>
                    <a:pt x="315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5042800" y="1400650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1"/>
                  </a:moveTo>
                  <a:cubicBezTo>
                    <a:pt x="332" y="81"/>
                    <a:pt x="405" y="153"/>
                    <a:pt x="405" y="242"/>
                  </a:cubicBezTo>
                  <a:cubicBezTo>
                    <a:pt x="405" y="332"/>
                    <a:pt x="332" y="405"/>
                    <a:pt x="242" y="405"/>
                  </a:cubicBezTo>
                  <a:cubicBezTo>
                    <a:pt x="153" y="405"/>
                    <a:pt x="81" y="332"/>
                    <a:pt x="81" y="242"/>
                  </a:cubicBezTo>
                  <a:cubicBezTo>
                    <a:pt x="81" y="153"/>
                    <a:pt x="153" y="81"/>
                    <a:pt x="242" y="81"/>
                  </a:cubicBezTo>
                  <a:close/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cubicBezTo>
                    <a:pt x="0" y="376"/>
                    <a:pt x="109" y="484"/>
                    <a:pt x="242" y="484"/>
                  </a:cubicBezTo>
                  <a:cubicBezTo>
                    <a:pt x="376" y="484"/>
                    <a:pt x="484" y="376"/>
                    <a:pt x="484" y="242"/>
                  </a:cubicBez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5062625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47390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3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3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0"/>
                    <a:pt x="314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4757925" y="1674125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0"/>
                  </a:moveTo>
                  <a:cubicBezTo>
                    <a:pt x="331" y="80"/>
                    <a:pt x="404" y="154"/>
                    <a:pt x="404" y="243"/>
                  </a:cubicBezTo>
                  <a:cubicBezTo>
                    <a:pt x="404" y="332"/>
                    <a:pt x="331" y="405"/>
                    <a:pt x="242" y="405"/>
                  </a:cubicBezTo>
                  <a:cubicBezTo>
                    <a:pt x="153" y="405"/>
                    <a:pt x="79" y="332"/>
                    <a:pt x="79" y="243"/>
                  </a:cubicBezTo>
                  <a:cubicBezTo>
                    <a:pt x="79" y="154"/>
                    <a:pt x="153" y="80"/>
                    <a:pt x="242" y="80"/>
                  </a:cubicBezTo>
                  <a:close/>
                  <a:moveTo>
                    <a:pt x="242" y="1"/>
                  </a:moveTo>
                  <a:cubicBezTo>
                    <a:pt x="108" y="1"/>
                    <a:pt x="0" y="109"/>
                    <a:pt x="0" y="243"/>
                  </a:cubicBezTo>
                  <a:cubicBezTo>
                    <a:pt x="0" y="376"/>
                    <a:pt x="108" y="485"/>
                    <a:pt x="242" y="485"/>
                  </a:cubicBezTo>
                  <a:cubicBezTo>
                    <a:pt x="375" y="485"/>
                    <a:pt x="484" y="376"/>
                    <a:pt x="484" y="243"/>
                  </a:cubicBezTo>
                  <a:cubicBezTo>
                    <a:pt x="484" y="109"/>
                    <a:pt x="375" y="1"/>
                    <a:pt x="2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4777725" y="1674125"/>
              <a:ext cx="12150" cy="12125"/>
            </a:xfrm>
            <a:custGeom>
              <a:avLst/>
              <a:gdLst/>
              <a:ahLst/>
              <a:cxnLst/>
              <a:rect l="l" t="t" r="r" b="b"/>
              <a:pathLst>
                <a:path w="486" h="485" extrusionOk="0">
                  <a:moveTo>
                    <a:pt x="244" y="80"/>
                  </a:moveTo>
                  <a:cubicBezTo>
                    <a:pt x="333" y="80"/>
                    <a:pt x="405" y="154"/>
                    <a:pt x="405" y="243"/>
                  </a:cubicBezTo>
                  <a:cubicBezTo>
                    <a:pt x="405" y="332"/>
                    <a:pt x="333" y="405"/>
                    <a:pt x="244" y="405"/>
                  </a:cubicBezTo>
                  <a:cubicBezTo>
                    <a:pt x="154" y="405"/>
                    <a:pt x="81" y="332"/>
                    <a:pt x="81" y="243"/>
                  </a:cubicBezTo>
                  <a:cubicBezTo>
                    <a:pt x="81" y="154"/>
                    <a:pt x="154" y="80"/>
                    <a:pt x="244" y="80"/>
                  </a:cubicBezTo>
                  <a:close/>
                  <a:moveTo>
                    <a:pt x="244" y="1"/>
                  </a:moveTo>
                  <a:cubicBezTo>
                    <a:pt x="110" y="1"/>
                    <a:pt x="1" y="109"/>
                    <a:pt x="1" y="243"/>
                  </a:cubicBezTo>
                  <a:cubicBezTo>
                    <a:pt x="1" y="376"/>
                    <a:pt x="110" y="485"/>
                    <a:pt x="244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47985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4817400" y="1674125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0"/>
                  </a:moveTo>
                  <a:cubicBezTo>
                    <a:pt x="332" y="80"/>
                    <a:pt x="405" y="154"/>
                    <a:pt x="405" y="243"/>
                  </a:cubicBezTo>
                  <a:cubicBezTo>
                    <a:pt x="405" y="332"/>
                    <a:pt x="332" y="405"/>
                    <a:pt x="243" y="405"/>
                  </a:cubicBezTo>
                  <a:cubicBezTo>
                    <a:pt x="153" y="405"/>
                    <a:pt x="81" y="332"/>
                    <a:pt x="81" y="243"/>
                  </a:cubicBezTo>
                  <a:cubicBezTo>
                    <a:pt x="81" y="154"/>
                    <a:pt x="153" y="80"/>
                    <a:pt x="243" y="80"/>
                  </a:cubicBezTo>
                  <a:close/>
                  <a:moveTo>
                    <a:pt x="243" y="1"/>
                  </a:moveTo>
                  <a:cubicBezTo>
                    <a:pt x="109" y="1"/>
                    <a:pt x="0" y="109"/>
                    <a:pt x="0" y="243"/>
                  </a:cubicBezTo>
                  <a:cubicBezTo>
                    <a:pt x="0" y="376"/>
                    <a:pt x="109" y="485"/>
                    <a:pt x="243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4838250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0" y="0"/>
                    <a:pt x="0" y="90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4648675" y="1343400"/>
              <a:ext cx="720050" cy="40975"/>
            </a:xfrm>
            <a:custGeom>
              <a:avLst/>
              <a:gdLst/>
              <a:ahLst/>
              <a:cxnLst/>
              <a:rect l="l" t="t" r="r" b="b"/>
              <a:pathLst>
                <a:path w="28802" h="1639" extrusionOk="0">
                  <a:moveTo>
                    <a:pt x="26073" y="0"/>
                  </a:moveTo>
                  <a:lnTo>
                    <a:pt x="24516" y="1558"/>
                  </a:lnTo>
                  <a:lnTo>
                    <a:pt x="1" y="1558"/>
                  </a:lnTo>
                  <a:lnTo>
                    <a:pt x="1" y="1638"/>
                  </a:lnTo>
                  <a:lnTo>
                    <a:pt x="24549" y="1638"/>
                  </a:lnTo>
                  <a:lnTo>
                    <a:pt x="26107" y="81"/>
                  </a:lnTo>
                  <a:lnTo>
                    <a:pt x="28802" y="81"/>
                  </a:lnTo>
                  <a:lnTo>
                    <a:pt x="28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4632825" y="1311800"/>
              <a:ext cx="670500" cy="53100"/>
            </a:xfrm>
            <a:custGeom>
              <a:avLst/>
              <a:gdLst/>
              <a:ahLst/>
              <a:cxnLst/>
              <a:rect l="l" t="t" r="r" b="b"/>
              <a:pathLst>
                <a:path w="26820" h="2124" extrusionOk="0">
                  <a:moveTo>
                    <a:pt x="26762" y="1"/>
                  </a:moveTo>
                  <a:lnTo>
                    <a:pt x="24720" y="2043"/>
                  </a:lnTo>
                  <a:lnTo>
                    <a:pt x="0" y="2043"/>
                  </a:lnTo>
                  <a:lnTo>
                    <a:pt x="0" y="2123"/>
                  </a:lnTo>
                  <a:lnTo>
                    <a:pt x="24753" y="2123"/>
                  </a:lnTo>
                  <a:lnTo>
                    <a:pt x="26819" y="58"/>
                  </a:lnTo>
                  <a:lnTo>
                    <a:pt x="267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4633550" y="1118650"/>
              <a:ext cx="370425" cy="88825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4616850" y="1136950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5280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3725091" y="6351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5" name="Imagen 4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FF23A706-937B-567A-37E0-E24E11173C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6893" t="50000"/>
          <a:stretch/>
        </p:blipFill>
        <p:spPr>
          <a:xfrm>
            <a:off x="6498305" y="6021977"/>
            <a:ext cx="5693696" cy="81141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aira"/>
              <a:buNone/>
              <a:defRPr sz="3600" b="1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942200"/>
            <a:ext cx="10345600" cy="4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8113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3455304" y="2089552"/>
            <a:ext cx="5281387" cy="98955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CO" sz="28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Ingeniería de Sistemas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3047996" y="3734215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2400" b="1" dirty="0">
                <a:solidFill>
                  <a:srgbClr val="FFFFFF"/>
                </a:solidFill>
              </a:rPr>
              <a:t>Cloud Computing</a:t>
            </a:r>
            <a:endParaRPr lang="es-CO" sz="1800" dirty="0"/>
          </a:p>
        </p:txBody>
      </p:sp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F6E5FE4C-F0A4-04D9-BDF6-552D3C5B8C83}"/>
              </a:ext>
            </a:extLst>
          </p:cNvPr>
          <p:cNvSpPr txBox="1"/>
          <p:nvPr/>
        </p:nvSpPr>
        <p:spPr>
          <a:xfrm>
            <a:off x="3816479" y="4850945"/>
            <a:ext cx="455903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dirty="0">
                <a:solidFill>
                  <a:srgbClr val="FFFFFF"/>
                </a:solidFill>
              </a:rPr>
              <a:t>Norbey Danilo Muñoz Cañón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1100" dirty="0">
                <a:solidFill>
                  <a:srgbClr val="FFFFFF"/>
                </a:solidFill>
              </a:rPr>
              <a:t>2026</a:t>
            </a:r>
            <a:endParaRPr lang="es-CO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Docente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927E72-96C8-066F-9023-5BEF8F916658}"/>
              </a:ext>
            </a:extLst>
          </p:cNvPr>
          <p:cNvSpPr txBox="1"/>
          <p:nvPr/>
        </p:nvSpPr>
        <p:spPr>
          <a:xfrm>
            <a:off x="999516" y="1525277"/>
            <a:ext cx="102067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/>
              <a:t>Norbey Danilo Muñoz Cañón: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1"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Universidad Distrital Francisco José de Caldas.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Ingeniería de Sistemas.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Maestría en Ciencias de la Información y las Comunicaciones. 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Investigación en Minería de Datos, Ciencia de Datos, Aprendizaje Automático, Optimización, Metodologías Ágiles, Desarrollo de Software.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Desarrollo Full Stack, Scrum Master, Gerente de Proyectos, plataformas e-Learning, docencia universitaria.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Asignaturas especializadas: bases de datos, programación avanzada, inteligencia artificial, arquitectura de computadores, desarrollo web, desarrollo móvil, ingeniería de software…</a:t>
            </a:r>
            <a:endParaRPr lang="es-CO" sz="2000" dirty="0"/>
          </a:p>
        </p:txBody>
      </p:sp>
      <p:pic>
        <p:nvPicPr>
          <p:cNvPr id="2" name="Imagen 1" descr="Un hombre con lentes mirando de frente&#10;&#10;Descripción generada automáticamente">
            <a:extLst>
              <a:ext uri="{FF2B5EF4-FFF2-40B4-BE49-F238E27FC236}">
                <a16:creationId xmlns:a16="http://schemas.microsoft.com/office/drawing/2014/main" id="{64524B24-B673-2CCF-4695-7FCEB1D3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365" y="1207734"/>
            <a:ext cx="1690898" cy="1799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Condiciones</a:t>
            </a:r>
            <a:endParaRPr dirty="0">
              <a:solidFill>
                <a:schemeClr val="accent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9" name="Google Shape;879;p39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2063933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Respeto y comunicación</a:t>
            </a:r>
            <a:endParaRPr dirty="0"/>
          </a:p>
        </p:txBody>
      </p:sp>
      <p:sp>
        <p:nvSpPr>
          <p:cNvPr id="883" name="Google Shape;883;p39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Puntualidad</a:t>
            </a:r>
            <a:endParaRPr dirty="0"/>
          </a:p>
        </p:txBody>
      </p:sp>
      <p:sp>
        <p:nvSpPr>
          <p:cNvPr id="885" name="Google Shape;885;p39"/>
          <p:cNvSpPr txBox="1">
            <a:spLocks noGrp="1"/>
          </p:cNvSpPr>
          <p:nvPr>
            <p:ph type="subTitle" idx="7"/>
          </p:nvPr>
        </p:nvSpPr>
        <p:spPr>
          <a:xfrm>
            <a:off x="5318633" y="42697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Roles</a:t>
            </a:r>
            <a:endParaRPr dirty="0"/>
          </a:p>
        </p:txBody>
      </p:sp>
      <p:sp>
        <p:nvSpPr>
          <p:cNvPr id="887" name="Google Shape;887;p39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Compromiso</a:t>
            </a:r>
            <a:endParaRPr dirty="0"/>
          </a:p>
        </p:txBody>
      </p:sp>
      <p:grpSp>
        <p:nvGrpSpPr>
          <p:cNvPr id="891" name="Google Shape;891;p39"/>
          <p:cNvGrpSpPr/>
          <p:nvPr/>
        </p:nvGrpSpPr>
        <p:grpSpPr>
          <a:xfrm>
            <a:off x="1409068" y="2447553"/>
            <a:ext cx="246161" cy="259529"/>
            <a:chOff x="4854075" y="2527625"/>
            <a:chExt cx="56000" cy="59050"/>
          </a:xfrm>
        </p:grpSpPr>
        <p:sp>
          <p:nvSpPr>
            <p:cNvPr id="892" name="Google Shape;892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4" name="Google Shape;894;p39"/>
          <p:cNvGrpSpPr/>
          <p:nvPr/>
        </p:nvGrpSpPr>
        <p:grpSpPr>
          <a:xfrm>
            <a:off x="5041318" y="2447553"/>
            <a:ext cx="246161" cy="259529"/>
            <a:chOff x="4854075" y="2527625"/>
            <a:chExt cx="56000" cy="59050"/>
          </a:xfrm>
        </p:grpSpPr>
        <p:sp>
          <p:nvSpPr>
            <p:cNvPr id="895" name="Google Shape;895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7" name="Google Shape;897;p39"/>
          <p:cNvGrpSpPr/>
          <p:nvPr/>
        </p:nvGrpSpPr>
        <p:grpSpPr>
          <a:xfrm>
            <a:off x="8696534" y="2447553"/>
            <a:ext cx="246161" cy="259529"/>
            <a:chOff x="4854075" y="2527625"/>
            <a:chExt cx="56000" cy="59050"/>
          </a:xfrm>
        </p:grpSpPr>
        <p:sp>
          <p:nvSpPr>
            <p:cNvPr id="898" name="Google Shape;898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903" name="Google Shape;903;p39"/>
          <p:cNvGrpSpPr/>
          <p:nvPr/>
        </p:nvGrpSpPr>
        <p:grpSpPr>
          <a:xfrm>
            <a:off x="5041318" y="4442586"/>
            <a:ext cx="246161" cy="259529"/>
            <a:chOff x="4854075" y="2527625"/>
            <a:chExt cx="56000" cy="59050"/>
          </a:xfrm>
        </p:grpSpPr>
        <p:sp>
          <p:nvSpPr>
            <p:cNvPr id="904" name="Google Shape;904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05" name="Google Shape;905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38"/>
          <p:cNvGrpSpPr/>
          <p:nvPr/>
        </p:nvGrpSpPr>
        <p:grpSpPr>
          <a:xfrm flipH="1">
            <a:off x="5979428" y="4386067"/>
            <a:ext cx="2663533" cy="924667"/>
            <a:chOff x="6541275" y="2323925"/>
            <a:chExt cx="1997650" cy="693500"/>
          </a:xfrm>
        </p:grpSpPr>
        <p:sp>
          <p:nvSpPr>
            <p:cNvPr id="822" name="Google Shape;822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39" name="Google Shape;839;p38"/>
          <p:cNvGrpSpPr/>
          <p:nvPr/>
        </p:nvGrpSpPr>
        <p:grpSpPr>
          <a:xfrm>
            <a:off x="8793034" y="1837100"/>
            <a:ext cx="2663533" cy="924667"/>
            <a:chOff x="6541275" y="2323925"/>
            <a:chExt cx="1997650" cy="693500"/>
          </a:xfrm>
        </p:grpSpPr>
        <p:sp>
          <p:nvSpPr>
            <p:cNvPr id="840" name="Google Shape;840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857" name="Google Shape;857;p38"/>
          <p:cNvSpPr txBox="1">
            <a:spLocks noGrp="1"/>
          </p:cNvSpPr>
          <p:nvPr>
            <p:ph type="title"/>
          </p:nvPr>
        </p:nvSpPr>
        <p:spPr>
          <a:xfrm>
            <a:off x="720020" y="1299400"/>
            <a:ext cx="9524627" cy="178258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dirty="0"/>
              <a:t>Presentación</a:t>
            </a:r>
            <a:br>
              <a:rPr lang="en" sz="4000" dirty="0"/>
            </a:br>
            <a:r>
              <a:rPr lang="en" sz="4000" dirty="0"/>
              <a:t>¿Expectativas frente al curso?</a:t>
            </a:r>
            <a:endParaRPr sz="4000" dirty="0"/>
          </a:p>
        </p:txBody>
      </p:sp>
      <p:sp>
        <p:nvSpPr>
          <p:cNvPr id="858" name="Google Shape;858;p38"/>
          <p:cNvSpPr/>
          <p:nvPr/>
        </p:nvSpPr>
        <p:spPr>
          <a:xfrm>
            <a:off x="8586567" y="4677967"/>
            <a:ext cx="85200" cy="9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3" name="Google Shape;873;p38"/>
          <p:cNvSpPr txBox="1">
            <a:spLocks noGrp="1"/>
          </p:cNvSpPr>
          <p:nvPr>
            <p:ph type="subTitle" idx="1"/>
          </p:nvPr>
        </p:nvSpPr>
        <p:spPr>
          <a:xfrm>
            <a:off x="965567" y="3377832"/>
            <a:ext cx="4800000" cy="19329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es-CO" dirty="0"/>
              <a:t>* Nombre</a:t>
            </a:r>
          </a:p>
          <a:p>
            <a:pPr marL="0" indent="0" algn="just"/>
            <a:r>
              <a:rPr lang="es-CO"/>
              <a:t>* </a:t>
            </a:r>
            <a:r>
              <a:rPr lang="es-CO" dirty="0"/>
              <a:t>Semestre de la carrera</a:t>
            </a:r>
          </a:p>
          <a:p>
            <a:pPr marL="0" indent="0" algn="just"/>
            <a:r>
              <a:rPr lang="es-CO" dirty="0"/>
              <a:t>* Expectativas sobre el curso (¿ha trabajado alguna temática de la asignatura?)</a:t>
            </a:r>
          </a:p>
          <a:p>
            <a:pPr marL="0" indent="0" algn="just">
              <a:spcBef>
                <a:spcPts val="2133"/>
              </a:spcBef>
              <a:spcAft>
                <a:spcPts val="2133"/>
              </a:spcAft>
            </a:pP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A81F23-FAFD-136A-81E1-3DB096AA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575" y="3325816"/>
            <a:ext cx="2192316" cy="27987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ssue Nanotransfection Breakthrough by Slidesgo">
  <a:themeElements>
    <a:clrScheme name="Simple Light">
      <a:dk1>
        <a:srgbClr val="33678A"/>
      </a:dk1>
      <a:lt1>
        <a:srgbClr val="E65C4F"/>
      </a:lt1>
      <a:dk2>
        <a:srgbClr val="78A6C9"/>
      </a:dk2>
      <a:lt2>
        <a:srgbClr val="EAEFF3"/>
      </a:lt2>
      <a:accent1>
        <a:srgbClr val="E65C4F"/>
      </a:accent1>
      <a:accent2>
        <a:srgbClr val="78A6C9"/>
      </a:accent2>
      <a:accent3>
        <a:srgbClr val="33699A"/>
      </a:accent3>
      <a:accent4>
        <a:srgbClr val="EAEFF3"/>
      </a:accent4>
      <a:accent5>
        <a:srgbClr val="FFFFFF"/>
      </a:accent5>
      <a:accent6>
        <a:srgbClr val="33678A"/>
      </a:accent6>
      <a:hlink>
        <a:srgbClr val="E65C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1375</TotalTime>
  <Words>140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Roboto Condensed Light</vt:lpstr>
      <vt:lpstr>Saira SemiBold</vt:lpstr>
      <vt:lpstr>Calibri</vt:lpstr>
      <vt:lpstr>Saira</vt:lpstr>
      <vt:lpstr>Roboto</vt:lpstr>
      <vt:lpstr>Nunito</vt:lpstr>
      <vt:lpstr>Livvic</vt:lpstr>
      <vt:lpstr>Montserrat</vt:lpstr>
      <vt:lpstr>Tema de Office</vt:lpstr>
      <vt:lpstr>Tissue Nanotransfection Breakthrough by Slidesgo</vt:lpstr>
      <vt:lpstr>PowerPoint Presentation</vt:lpstr>
      <vt:lpstr>PowerPoint Presentation</vt:lpstr>
      <vt:lpstr>Condiciones</vt:lpstr>
      <vt:lpstr>Presentación ¿Expectativas frente al curso?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Norbey Muñoz</cp:lastModifiedBy>
  <cp:revision>17</cp:revision>
  <dcterms:created xsi:type="dcterms:W3CDTF">2021-11-22T19:41:18Z</dcterms:created>
  <dcterms:modified xsi:type="dcterms:W3CDTF">2026-05-11T03:55:11Z</dcterms:modified>
</cp:coreProperties>
</file>