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335" r:id="rId5"/>
    <p:sldId id="492" r:id="rId6"/>
    <p:sldId id="517" r:id="rId7"/>
    <p:sldId id="507" r:id="rId8"/>
    <p:sldId id="508" r:id="rId9"/>
    <p:sldId id="502" r:id="rId10"/>
    <p:sldId id="503" r:id="rId11"/>
    <p:sldId id="509" r:id="rId12"/>
    <p:sldId id="510" r:id="rId13"/>
    <p:sldId id="511" r:id="rId14"/>
    <p:sldId id="493" r:id="rId15"/>
    <p:sldId id="512" r:id="rId16"/>
    <p:sldId id="491" r:id="rId17"/>
    <p:sldId id="513" r:id="rId18"/>
    <p:sldId id="514" r:id="rId19"/>
    <p:sldId id="515" r:id="rId20"/>
    <p:sldId id="516" r:id="rId21"/>
    <p:sldId id="518"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guel Ángel Riaza" initials="MÁR" lastIdx="10" clrIdx="0">
    <p:extLst>
      <p:ext uri="{19B8F6BF-5375-455C-9EA6-DF929625EA0E}">
        <p15:presenceInfo xmlns:p15="http://schemas.microsoft.com/office/powerpoint/2012/main" userId="S::miguelriaza@fundacioncanal.onmicrosoft.com::41e52312-fc7a-4267-b916-9d3c61ba76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9D34A9-E0B6-4993-AFF5-8F6E347E7BF9}" v="1" dt="2026-08-13T03:12:53.93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8-13T03:13:23.490" v="2018" actId="113"/>
      <pc:docMkLst>
        <pc:docMk/>
      </pc:docMkLst>
      <pc:sldChg chg="addSp delSp modSp mod modAnim">
        <pc:chgData name="Norbey Muñoz" userId="b7e811e8891ccd42" providerId="LiveId" clId="{2482167B-ADD3-4E68-AB8B-ADE9CECE27D0}" dt="2026-08-10T01:22:54.294" v="1713" actId="20577"/>
        <pc:sldMkLst>
          <pc:docMk/>
          <pc:sldMk cId="2653307304" sldId="335"/>
        </pc:sldMkLst>
        <pc:spChg chg="add mod">
          <ac:chgData name="Norbey Muñoz" userId="b7e811e8891ccd42" providerId="LiveId" clId="{2482167B-ADD3-4E68-AB8B-ADE9CECE27D0}" dt="2026-08-10T01:22:54.294" v="1713" actId="20577"/>
          <ac:spMkLst>
            <pc:docMk/>
            <pc:sldMk cId="2653307304" sldId="335"/>
            <ac:spMk id="3" creationId="{54348179-FE74-A2B4-FA41-5DDC531AE59F}"/>
          </ac:spMkLst>
        </pc:spChg>
        <pc:spChg chg="mod">
          <ac:chgData name="Norbey Muñoz" userId="b7e811e8891ccd42" providerId="LiveId" clId="{2482167B-ADD3-4E68-AB8B-ADE9CECE27D0}" dt="2026-08-10T01:21:27.012" v="1667" actId="20577"/>
          <ac:spMkLst>
            <pc:docMk/>
            <pc:sldMk cId="2653307304" sldId="335"/>
            <ac:spMk id="200" creationId="{DB49D5D5-303B-6D54-261D-51D2D748146B}"/>
          </ac:spMkLst>
        </pc:spChg>
      </pc:sldChg>
      <pc:sldChg chg="addSp delSp modSp mod">
        <pc:chgData name="Norbey Muñoz" userId="b7e811e8891ccd42" providerId="LiveId" clId="{2482167B-ADD3-4E68-AB8B-ADE9CECE27D0}" dt="2026-08-10T02:32:23.495" v="1906" actId="1076"/>
        <pc:sldMkLst>
          <pc:docMk/>
          <pc:sldMk cId="3978278495" sldId="491"/>
        </pc:sldMkLst>
        <pc:picChg chg="add mod">
          <ac:chgData name="Norbey Muñoz" userId="b7e811e8891ccd42" providerId="LiveId" clId="{2482167B-ADD3-4E68-AB8B-ADE9CECE27D0}" dt="2026-08-10T02:32:23.495" v="1906" actId="1076"/>
          <ac:picMkLst>
            <pc:docMk/>
            <pc:sldMk cId="3978278495" sldId="491"/>
            <ac:picMk id="3" creationId="{E7DA520D-2DB7-463A-7AFB-7027EFFBDF5F}"/>
          </ac:picMkLst>
        </pc:picChg>
      </pc:sldChg>
      <pc:sldChg chg="addSp delSp modSp mod">
        <pc:chgData name="Norbey Muñoz" userId="b7e811e8891ccd42" providerId="LiveId" clId="{2482167B-ADD3-4E68-AB8B-ADE9CECE27D0}" dt="2026-08-10T01:24:36.169" v="1735" actId="113"/>
        <pc:sldMkLst>
          <pc:docMk/>
          <pc:sldMk cId="3362891091" sldId="492"/>
        </pc:sldMkLst>
        <pc:spChg chg="mod">
          <ac:chgData name="Norbey Muñoz" userId="b7e811e8891ccd42" providerId="LiveId" clId="{2482167B-ADD3-4E68-AB8B-ADE9CECE27D0}" dt="2026-08-10T01:21:47.586" v="1686" actId="115"/>
          <ac:spMkLst>
            <pc:docMk/>
            <pc:sldMk cId="3362891091" sldId="492"/>
            <ac:spMk id="2" creationId="{26958CA2-6B45-C15B-A414-966AAA17AAC3}"/>
          </ac:spMkLst>
        </pc:spChg>
        <pc:spChg chg="mod">
          <ac:chgData name="Norbey Muñoz" userId="b7e811e8891ccd42" providerId="LiveId" clId="{2482167B-ADD3-4E68-AB8B-ADE9CECE27D0}" dt="2026-08-10T01:24:36.169" v="1735" actId="113"/>
          <ac:spMkLst>
            <pc:docMk/>
            <pc:sldMk cId="3362891091" sldId="492"/>
            <ac:spMk id="4" creationId="{20943759-B967-785B-15F2-E5C3C97C1819}"/>
          </ac:spMkLst>
        </pc:spChg>
      </pc:sldChg>
      <pc:sldChg chg="modSp mod">
        <pc:chgData name="Norbey Muñoz" userId="b7e811e8891ccd42" providerId="LiveId" clId="{2482167B-ADD3-4E68-AB8B-ADE9CECE27D0}" dt="2026-08-10T02:28:33.024" v="1891" actId="20577"/>
        <pc:sldMkLst>
          <pc:docMk/>
          <pc:sldMk cId="2861901157" sldId="493"/>
        </pc:sldMkLst>
        <pc:spChg chg="mod">
          <ac:chgData name="Norbey Muñoz" userId="b7e811e8891ccd42" providerId="LiveId" clId="{2482167B-ADD3-4E68-AB8B-ADE9CECE27D0}" dt="2026-08-10T02:28:25.554" v="1889" actId="20577"/>
          <ac:spMkLst>
            <pc:docMk/>
            <pc:sldMk cId="2861901157" sldId="493"/>
            <ac:spMk id="2" creationId="{26ADDAF9-FB11-691F-08C1-5491419881C6}"/>
          </ac:spMkLst>
        </pc:spChg>
        <pc:spChg chg="mod">
          <ac:chgData name="Norbey Muñoz" userId="b7e811e8891ccd42" providerId="LiveId" clId="{2482167B-ADD3-4E68-AB8B-ADE9CECE27D0}" dt="2026-08-10T02:27:53.999" v="1857" actId="20577"/>
          <ac:spMkLst>
            <pc:docMk/>
            <pc:sldMk cId="2861901157" sldId="493"/>
            <ac:spMk id="3" creationId="{F9AB50E2-6FB2-26A4-27C4-256832BE9EB0}"/>
          </ac:spMkLst>
        </pc:spChg>
        <pc:spChg chg="mod">
          <ac:chgData name="Norbey Muñoz" userId="b7e811e8891ccd42" providerId="LiveId" clId="{2482167B-ADD3-4E68-AB8B-ADE9CECE27D0}" dt="2026-08-10T02:28:33.024" v="1891" actId="20577"/>
          <ac:spMkLst>
            <pc:docMk/>
            <pc:sldMk cId="2861901157" sldId="493"/>
            <ac:spMk id="4" creationId="{AA3F3D87-BBEC-D6E8-6FA6-9ABFD4E1DBF6}"/>
          </ac:spMkLst>
        </pc:spChg>
        <pc:spChg chg="mod">
          <ac:chgData name="Norbey Muñoz" userId="b7e811e8891ccd42" providerId="LiveId" clId="{2482167B-ADD3-4E68-AB8B-ADE9CECE27D0}" dt="2026-08-10T02:27:24.131" v="1853"/>
          <ac:spMkLst>
            <pc:docMk/>
            <pc:sldMk cId="2861901157" sldId="493"/>
            <ac:spMk id="200" creationId="{AC30A412-BE57-CD11-89B2-3E9B9BA6D127}"/>
          </ac:spMkLst>
        </pc:spChg>
      </pc:sldChg>
      <pc:sldChg chg="modSp mod">
        <pc:chgData name="Norbey Muñoz" userId="b7e811e8891ccd42" providerId="LiveId" clId="{2482167B-ADD3-4E68-AB8B-ADE9CECE27D0}" dt="2026-08-10T02:21:19.778" v="1812" actId="20577"/>
        <pc:sldMkLst>
          <pc:docMk/>
          <pc:sldMk cId="243555579" sldId="502"/>
        </pc:sldMkLst>
        <pc:spChg chg="mod">
          <ac:chgData name="Norbey Muñoz" userId="b7e811e8891ccd42" providerId="LiveId" clId="{2482167B-ADD3-4E68-AB8B-ADE9CECE27D0}" dt="2026-08-10T02:20:42.373" v="1807"/>
          <ac:spMkLst>
            <pc:docMk/>
            <pc:sldMk cId="243555579" sldId="502"/>
            <ac:spMk id="2" creationId="{08B52C7B-BDFD-D61A-CF98-8E46EB11B72A}"/>
          </ac:spMkLst>
        </pc:spChg>
        <pc:spChg chg="mod">
          <ac:chgData name="Norbey Muñoz" userId="b7e811e8891ccd42" providerId="LiveId" clId="{2482167B-ADD3-4E68-AB8B-ADE9CECE27D0}" dt="2026-08-10T02:21:19.778" v="1812" actId="20577"/>
          <ac:spMkLst>
            <pc:docMk/>
            <pc:sldMk cId="243555579" sldId="502"/>
            <ac:spMk id="4" creationId="{C901EED0-7842-90F8-E77B-138B5460ABB9}"/>
          </ac:spMkLst>
        </pc:spChg>
      </pc:sldChg>
      <pc:sldChg chg="addSp delSp modSp mod">
        <pc:chgData name="Norbey Muñoz" userId="b7e811e8891ccd42" providerId="LiveId" clId="{2482167B-ADD3-4E68-AB8B-ADE9CECE27D0}" dt="2026-08-10T02:21:44.284" v="1820" actId="1076"/>
        <pc:sldMkLst>
          <pc:docMk/>
          <pc:sldMk cId="1099031364" sldId="503"/>
        </pc:sldMkLst>
        <pc:picChg chg="add mod">
          <ac:chgData name="Norbey Muñoz" userId="b7e811e8891ccd42" providerId="LiveId" clId="{2482167B-ADD3-4E68-AB8B-ADE9CECE27D0}" dt="2026-08-10T02:21:44.284" v="1820" actId="1076"/>
          <ac:picMkLst>
            <pc:docMk/>
            <pc:sldMk cId="1099031364" sldId="503"/>
            <ac:picMk id="3" creationId="{01622711-BD3F-E4A6-EC44-046BA79396E9}"/>
          </ac:picMkLst>
        </pc:picChg>
      </pc:sldChg>
      <pc:sldChg chg="modSp add mod">
        <pc:chgData name="Norbey Muñoz" userId="b7e811e8891ccd42" providerId="LiveId" clId="{2482167B-ADD3-4E68-AB8B-ADE9CECE27D0}" dt="2026-08-10T01:25:09.320" v="1742" actId="20577"/>
        <pc:sldMkLst>
          <pc:docMk/>
          <pc:sldMk cId="418328784" sldId="507"/>
        </pc:sldMkLst>
        <pc:spChg chg="mod">
          <ac:chgData name="Norbey Muñoz" userId="b7e811e8891ccd42" providerId="LiveId" clId="{2482167B-ADD3-4E68-AB8B-ADE9CECE27D0}" dt="2026-08-10T01:25:09.320" v="1742" actId="20577"/>
          <ac:spMkLst>
            <pc:docMk/>
            <pc:sldMk cId="418328784" sldId="507"/>
            <ac:spMk id="4" creationId="{C9E255B9-B7B3-0729-A19B-620309ACA386}"/>
          </ac:spMkLst>
        </pc:spChg>
      </pc:sldChg>
      <pc:sldChg chg="addSp delSp modSp add mod">
        <pc:chgData name="Norbey Muñoz" userId="b7e811e8891ccd42" providerId="LiveId" clId="{2482167B-ADD3-4E68-AB8B-ADE9CECE27D0}" dt="2026-08-10T02:19:18.393" v="1806" actId="404"/>
        <pc:sldMkLst>
          <pc:docMk/>
          <pc:sldMk cId="2791342098" sldId="508"/>
        </pc:sldMkLst>
        <pc:spChg chg="add mod">
          <ac:chgData name="Norbey Muñoz" userId="b7e811e8891ccd42" providerId="LiveId" clId="{2482167B-ADD3-4E68-AB8B-ADE9CECE27D0}" dt="2026-08-10T02:19:18.393" v="1806" actId="404"/>
          <ac:spMkLst>
            <pc:docMk/>
            <pc:sldMk cId="2791342098" sldId="508"/>
            <ac:spMk id="5" creationId="{2922D9F2-9AA5-6B39-CC19-787CA6F6C397}"/>
          </ac:spMkLst>
        </pc:spChg>
      </pc:sldChg>
      <pc:sldChg chg="modSp add mod ord">
        <pc:chgData name="Norbey Muñoz" userId="b7e811e8891ccd42" providerId="LiveId" clId="{2482167B-ADD3-4E68-AB8B-ADE9CECE27D0}" dt="2026-08-10T02:24:41.381" v="1828" actId="20577"/>
        <pc:sldMkLst>
          <pc:docMk/>
          <pc:sldMk cId="3194449866" sldId="509"/>
        </pc:sldMkLst>
        <pc:spChg chg="mod">
          <ac:chgData name="Norbey Muñoz" userId="b7e811e8891ccd42" providerId="LiveId" clId="{2482167B-ADD3-4E68-AB8B-ADE9CECE27D0}" dt="2026-08-10T02:24:41.381" v="1828" actId="20577"/>
          <ac:spMkLst>
            <pc:docMk/>
            <pc:sldMk cId="3194449866" sldId="509"/>
            <ac:spMk id="4" creationId="{6076A00D-9F9A-220C-4290-0919E31C334C}"/>
          </ac:spMkLst>
        </pc:spChg>
      </pc:sldChg>
      <pc:sldChg chg="addSp delSp modSp add mod ord">
        <pc:chgData name="Norbey Muñoz" userId="b7e811e8891ccd42" providerId="LiveId" clId="{2482167B-ADD3-4E68-AB8B-ADE9CECE27D0}" dt="2026-08-10T02:25:03.114" v="1836" actId="1076"/>
        <pc:sldMkLst>
          <pc:docMk/>
          <pc:sldMk cId="1046466406" sldId="510"/>
        </pc:sldMkLst>
        <pc:picChg chg="add mod">
          <ac:chgData name="Norbey Muñoz" userId="b7e811e8891ccd42" providerId="LiveId" clId="{2482167B-ADD3-4E68-AB8B-ADE9CECE27D0}" dt="2026-08-10T02:25:03.114" v="1836" actId="1076"/>
          <ac:picMkLst>
            <pc:docMk/>
            <pc:sldMk cId="1046466406" sldId="510"/>
            <ac:picMk id="2" creationId="{CB2DA4AE-A28F-B315-40E3-A1D3FC750AEB}"/>
          </ac:picMkLst>
        </pc:picChg>
      </pc:sldChg>
      <pc:sldChg chg="modSp add mod ord">
        <pc:chgData name="Norbey Muñoz" userId="b7e811e8891ccd42" providerId="LiveId" clId="{2482167B-ADD3-4E68-AB8B-ADE9CECE27D0}" dt="2026-08-10T02:26:46.007" v="1849" actId="20577"/>
        <pc:sldMkLst>
          <pc:docMk/>
          <pc:sldMk cId="1671281754" sldId="511"/>
        </pc:sldMkLst>
        <pc:spChg chg="mod">
          <ac:chgData name="Norbey Muñoz" userId="b7e811e8891ccd42" providerId="LiveId" clId="{2482167B-ADD3-4E68-AB8B-ADE9CECE27D0}" dt="2026-08-10T02:26:46.007" v="1849" actId="20577"/>
          <ac:spMkLst>
            <pc:docMk/>
            <pc:sldMk cId="1671281754" sldId="511"/>
            <ac:spMk id="4" creationId="{856FF1EE-1A26-07F0-7BEF-D4F5DE368647}"/>
          </ac:spMkLst>
        </pc:spChg>
      </pc:sldChg>
      <pc:sldChg chg="modSp add mod">
        <pc:chgData name="Norbey Muñoz" userId="b7e811e8891ccd42" providerId="LiveId" clId="{2482167B-ADD3-4E68-AB8B-ADE9CECE27D0}" dt="2026-08-10T02:29:32.021" v="1899" actId="20577"/>
        <pc:sldMkLst>
          <pc:docMk/>
          <pc:sldMk cId="3205253714" sldId="512"/>
        </pc:sldMkLst>
        <pc:spChg chg="mod">
          <ac:chgData name="Norbey Muñoz" userId="b7e811e8891ccd42" providerId="LiveId" clId="{2482167B-ADD3-4E68-AB8B-ADE9CECE27D0}" dt="2026-08-10T02:29:06.581" v="1895" actId="20577"/>
          <ac:spMkLst>
            <pc:docMk/>
            <pc:sldMk cId="3205253714" sldId="512"/>
            <ac:spMk id="2" creationId="{988807FF-A608-7381-7F04-AE854AEE3FD6}"/>
          </ac:spMkLst>
        </pc:spChg>
        <pc:spChg chg="mod">
          <ac:chgData name="Norbey Muñoz" userId="b7e811e8891ccd42" providerId="LiveId" clId="{2482167B-ADD3-4E68-AB8B-ADE9CECE27D0}" dt="2026-08-10T02:29:32.021" v="1899" actId="20577"/>
          <ac:spMkLst>
            <pc:docMk/>
            <pc:sldMk cId="3205253714" sldId="512"/>
            <ac:spMk id="4" creationId="{2CA48188-4425-C783-4494-631C250D537E}"/>
          </ac:spMkLst>
        </pc:spChg>
      </pc:sldChg>
      <pc:sldChg chg="addSp modSp add mod ord">
        <pc:chgData name="Norbey Muñoz" userId="b7e811e8891ccd42" providerId="LiveId" clId="{2482167B-ADD3-4E68-AB8B-ADE9CECE27D0}" dt="2026-08-10T02:34:58.637" v="1935" actId="1076"/>
        <pc:sldMkLst>
          <pc:docMk/>
          <pc:sldMk cId="4089151096" sldId="513"/>
        </pc:sldMkLst>
        <pc:spChg chg="mod">
          <ac:chgData name="Norbey Muñoz" userId="b7e811e8891ccd42" providerId="LiveId" clId="{2482167B-ADD3-4E68-AB8B-ADE9CECE27D0}" dt="2026-08-10T02:33:01.855" v="1924" actId="20577"/>
          <ac:spMkLst>
            <pc:docMk/>
            <pc:sldMk cId="4089151096" sldId="513"/>
            <ac:spMk id="2" creationId="{DD586FD4-F7CB-8619-8B05-600550B248D5}"/>
          </ac:spMkLst>
        </pc:spChg>
        <pc:spChg chg="mod">
          <ac:chgData name="Norbey Muñoz" userId="b7e811e8891ccd42" providerId="LiveId" clId="{2482167B-ADD3-4E68-AB8B-ADE9CECE27D0}" dt="2026-08-10T02:34:45.414" v="1929" actId="1076"/>
          <ac:spMkLst>
            <pc:docMk/>
            <pc:sldMk cId="4089151096" sldId="513"/>
            <ac:spMk id="4" creationId="{32125213-C001-F286-CA0B-DD9FB7A47912}"/>
          </ac:spMkLst>
        </pc:spChg>
        <pc:picChg chg="add mod">
          <ac:chgData name="Norbey Muñoz" userId="b7e811e8891ccd42" providerId="LiveId" clId="{2482167B-ADD3-4E68-AB8B-ADE9CECE27D0}" dt="2026-08-10T02:34:58.637" v="1935" actId="1076"/>
          <ac:picMkLst>
            <pc:docMk/>
            <pc:sldMk cId="4089151096" sldId="513"/>
            <ac:picMk id="3" creationId="{B0F50491-8092-A84C-3870-E1593DE28B0B}"/>
          </ac:picMkLst>
        </pc:picChg>
      </pc:sldChg>
      <pc:sldChg chg="delSp modSp add mod">
        <pc:chgData name="Norbey Muñoz" userId="b7e811e8891ccd42" providerId="LiveId" clId="{2482167B-ADD3-4E68-AB8B-ADE9CECE27D0}" dt="2026-08-10T02:35:29.537" v="1942" actId="20577"/>
        <pc:sldMkLst>
          <pc:docMk/>
          <pc:sldMk cId="3584482576" sldId="514"/>
        </pc:sldMkLst>
        <pc:spChg chg="mod">
          <ac:chgData name="Norbey Muñoz" userId="b7e811e8891ccd42" providerId="LiveId" clId="{2482167B-ADD3-4E68-AB8B-ADE9CECE27D0}" dt="2026-08-10T02:35:29.537" v="1942" actId="20577"/>
          <ac:spMkLst>
            <pc:docMk/>
            <pc:sldMk cId="3584482576" sldId="514"/>
            <ac:spMk id="4" creationId="{8934F17E-ABAC-F697-6DC2-0AE0DFA0D3A1}"/>
          </ac:spMkLst>
        </pc:spChg>
      </pc:sldChg>
      <pc:sldChg chg="addSp delSp add mod ord">
        <pc:chgData name="Norbey Muñoz" userId="b7e811e8891ccd42" providerId="LiveId" clId="{2482167B-ADD3-4E68-AB8B-ADE9CECE27D0}" dt="2026-08-10T02:42:17.384" v="1948"/>
        <pc:sldMkLst>
          <pc:docMk/>
          <pc:sldMk cId="740586252" sldId="515"/>
        </pc:sldMkLst>
        <pc:picChg chg="add">
          <ac:chgData name="Norbey Muñoz" userId="b7e811e8891ccd42" providerId="LiveId" clId="{2482167B-ADD3-4E68-AB8B-ADE9CECE27D0}" dt="2026-08-10T02:42:17.384" v="1948"/>
          <ac:picMkLst>
            <pc:docMk/>
            <pc:sldMk cId="740586252" sldId="515"/>
            <ac:picMk id="2" creationId="{99D4EBD3-4F21-EE58-4F7B-CC7B0D57E6D9}"/>
          </ac:picMkLst>
        </pc:picChg>
      </pc:sldChg>
      <pc:sldChg chg="modSp add mod ord">
        <pc:chgData name="Norbey Muñoz" userId="b7e811e8891ccd42" providerId="LiveId" clId="{2482167B-ADD3-4E68-AB8B-ADE9CECE27D0}" dt="2026-08-10T02:43:14.576" v="1953"/>
        <pc:sldMkLst>
          <pc:docMk/>
          <pc:sldMk cId="2852913756" sldId="516"/>
        </pc:sldMkLst>
        <pc:spChg chg="mod">
          <ac:chgData name="Norbey Muñoz" userId="b7e811e8891ccd42" providerId="LiveId" clId="{2482167B-ADD3-4E68-AB8B-ADE9CECE27D0}" dt="2026-08-10T02:43:05.700" v="1951" actId="20577"/>
          <ac:spMkLst>
            <pc:docMk/>
            <pc:sldMk cId="2852913756" sldId="516"/>
            <ac:spMk id="4" creationId="{A4F4EBDA-9010-B4BF-5F31-BFD3870081AD}"/>
          </ac:spMkLst>
        </pc:spChg>
      </pc:sldChg>
      <pc:sldChg chg="modSp add mod">
        <pc:chgData name="Norbey Muñoz" userId="b7e811e8891ccd42" providerId="LiveId" clId="{2482167B-ADD3-4E68-AB8B-ADE9CECE27D0}" dt="2026-08-10T03:03:01.309" v="1969" actId="122"/>
        <pc:sldMkLst>
          <pc:docMk/>
          <pc:sldMk cId="3763802002" sldId="517"/>
        </pc:sldMkLst>
        <pc:spChg chg="mod">
          <ac:chgData name="Norbey Muñoz" userId="b7e811e8891ccd42" providerId="LiveId" clId="{2482167B-ADD3-4E68-AB8B-ADE9CECE27D0}" dt="2026-08-10T03:03:01.309" v="1969" actId="122"/>
          <ac:spMkLst>
            <pc:docMk/>
            <pc:sldMk cId="3763802002" sldId="517"/>
            <ac:spMk id="4" creationId="{44A9E731-A4CC-C7AE-9576-734932CA51F2}"/>
          </ac:spMkLst>
        </pc:spChg>
      </pc:sldChg>
      <pc:sldChg chg="addSp delSp modSp add mod">
        <pc:chgData name="Norbey Muñoz" userId="b7e811e8891ccd42" providerId="LiveId" clId="{2482167B-ADD3-4E68-AB8B-ADE9CECE27D0}" dt="2026-08-13T03:13:23.490" v="2018" actId="113"/>
        <pc:sldMkLst>
          <pc:docMk/>
          <pc:sldMk cId="3548279281" sldId="518"/>
        </pc:sldMkLst>
        <pc:spChg chg="mod">
          <ac:chgData name="Norbey Muñoz" userId="b7e811e8891ccd42" providerId="LiveId" clId="{2482167B-ADD3-4E68-AB8B-ADE9CECE27D0}" dt="2026-08-13T03:12:44.537" v="2006" actId="20577"/>
          <ac:spMkLst>
            <pc:docMk/>
            <pc:sldMk cId="3548279281" sldId="518"/>
            <ac:spMk id="2" creationId="{27895131-BBD3-EA51-44AA-175D6CF2CD58}"/>
          </ac:spMkLst>
        </pc:spChg>
        <pc:spChg chg="del">
          <ac:chgData name="Norbey Muñoz" userId="b7e811e8891ccd42" providerId="LiveId" clId="{2482167B-ADD3-4E68-AB8B-ADE9CECE27D0}" dt="2026-08-13T03:12:22.936" v="1971" actId="478"/>
          <ac:spMkLst>
            <pc:docMk/>
            <pc:sldMk cId="3548279281" sldId="518"/>
            <ac:spMk id="4" creationId="{2E813EB1-B9C9-A1DE-129B-A18204B6FA1B}"/>
          </ac:spMkLst>
        </pc:spChg>
        <pc:spChg chg="add mod">
          <ac:chgData name="Norbey Muñoz" userId="b7e811e8891ccd42" providerId="LiveId" clId="{2482167B-ADD3-4E68-AB8B-ADE9CECE27D0}" dt="2026-08-13T03:13:03.482" v="2011" actId="403"/>
          <ac:spMkLst>
            <pc:docMk/>
            <pc:sldMk cId="3548279281" sldId="518"/>
            <ac:spMk id="6" creationId="{2486DC94-47B3-6A32-1129-124F970B6FD6}"/>
          </ac:spMkLst>
        </pc:spChg>
        <pc:graphicFrameChg chg="add mod modGraphic">
          <ac:chgData name="Norbey Muñoz" userId="b7e811e8891ccd42" providerId="LiveId" clId="{2482167B-ADD3-4E68-AB8B-ADE9CECE27D0}" dt="2026-08-13T03:13:23.490" v="2018" actId="113"/>
          <ac:graphicFrameMkLst>
            <pc:docMk/>
            <pc:sldMk cId="3548279281" sldId="518"/>
            <ac:graphicFrameMk id="3" creationId="{6EDF9445-A3CB-120F-C47D-D7BC5BC5C07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s-CO"/>
          </a:p>
        </p:txBody>
      </p:sp>
      <p:sp>
        <p:nvSpPr>
          <p:cNvPr id="3" name="Notes Placeholder 2"/>
          <p:cNvSpPr>
            <a:spLocks noGrp="1"/>
          </p:cNvSpPr>
          <p:nvPr>
            <p:ph type="body" idx="1"/>
          </p:nvPr>
        </p:nvSpPr>
        <p:spPr/>
        <p:txBody>
          <a:bodyPr/>
          <a:lstStyle/>
          <a:p>
            <a:endParaRPr lang="es-CO"/>
          </a:p>
        </p:txBody>
      </p:sp>
    </p:spTree>
    <p:extLst>
      <p:ext uri="{BB962C8B-B14F-4D97-AF65-F5344CB8AC3E}">
        <p14:creationId xmlns:p14="http://schemas.microsoft.com/office/powerpoint/2010/main" val="2338875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25E89-C910-4CF9-B15A-2925D4EC1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83DFB-21C7-3077-49A7-E6F6278788A1}"/>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52955CAB-6A05-4900-79EF-FE020AC88551}"/>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587811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55311-B962-EE40-1060-673DF7E04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0DFD0-CFA2-0E62-D83A-DCB8AB7D1098}"/>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1D8DB214-7508-FEF6-A8B8-F1D22720A025}"/>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119245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20DF-85CD-86AC-CD46-3417B56B7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86EB4-AB74-5B69-7AA4-0B8FA2A9C9D6}"/>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E1481240-B384-3304-9444-17BE116F1610}"/>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98861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64031-91C9-5F76-A4D4-C3FABF58C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C056A-AEF1-0D29-60C4-9920E9C62B49}"/>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685F12AF-D3C2-7B7A-D2EE-8656A78B3E24}"/>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495566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20B5-FB15-9E88-E73F-56214691F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9E726-1B04-D4B1-5293-DB3DE6084876}"/>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BD4081DF-8F35-7030-807E-5DD65A459887}"/>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4182684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D6DF-AC6E-2DB7-9C03-5CB6FA978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9B067-4BFD-73BA-FC88-FE6F5782EB01}"/>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94260C34-235D-2CF7-2AA4-1FD25C3773C8}"/>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63628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CA0C-85D3-CA02-5889-78F2D7EC7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13F9D-5A45-F15C-8E89-FC0BA1071B3D}"/>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04064254-D9E8-A21F-D40B-D3BDDC33D1C7}"/>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156487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8600-99E2-D62D-3A60-8CB3327A1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832D0-5DEE-F5AB-7A9F-AA3D6AB74F82}"/>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E0E97694-E590-26B5-4E41-4B6ED74D3960}"/>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196282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F12A7-EC52-83BA-73FC-1E648924F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0C463-68EB-6C8D-DB2A-CCD90D1D1498}"/>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B375D795-3C0D-2C92-0BBA-41C47F27AA79}"/>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568036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36539-1242-D6BA-2B47-7A79DC55F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0C849-1552-175E-F85D-904AA5692B07}"/>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472213B8-2A6F-5284-2B1C-4DE3A27F9871}"/>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404368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70E79-581F-735A-D6F4-8A9CD8721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3DDB7-953A-C976-4EE1-5E1C6F46A954}"/>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71109F4C-1717-95B0-8AEB-9E7A276B8CC3}"/>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676297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2F1C-9D91-AEE8-5206-EAAB123EB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78085-B919-1F9F-456C-13E12E390E99}"/>
              </a:ext>
            </a:extLst>
          </p:cNvPr>
          <p:cNvSpPr>
            <a:spLocks noGrp="1" noRot="1" noChangeAspect="1"/>
          </p:cNvSpPr>
          <p:nvPr>
            <p:ph type="sldImg"/>
          </p:nvPr>
        </p:nvSpPr>
        <p:spPr>
          <a:xfrm>
            <a:off x="381000" y="685800"/>
            <a:ext cx="6096000" cy="3429000"/>
          </a:xfrm>
        </p:spPr>
        <p:txBody>
          <a:bodyPr/>
          <a:lstStyle/>
          <a:p>
            <a:endParaRPr lang="es-CO"/>
          </a:p>
        </p:txBody>
      </p:sp>
      <p:sp>
        <p:nvSpPr>
          <p:cNvPr id="3" name="Notes Placeholder 2">
            <a:extLst>
              <a:ext uri="{FF2B5EF4-FFF2-40B4-BE49-F238E27FC236}">
                <a16:creationId xmlns:a16="http://schemas.microsoft.com/office/drawing/2014/main" id="{195336A8-C0D2-C823-923E-F07E580F71C1}"/>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648229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ítulo">
    <p:spTree>
      <p:nvGrpSpPr>
        <p:cNvPr id="1" name=""/>
        <p:cNvGrpSpPr/>
        <p:nvPr/>
      </p:nvGrpSpPr>
      <p:grpSpPr>
        <a:xfrm>
          <a:off x="0" y="0"/>
          <a:ext cx="0" cy="0"/>
          <a:chOff x="0" y="0"/>
          <a:chExt cx="0" cy="0"/>
        </a:xfrm>
      </p:grpSpPr>
      <p:sp>
        <p:nvSpPr>
          <p:cNvPr id="11" name="Nivel de texto 1…"/>
          <p:cNvSpPr txBox="1">
            <a:spLocks noGrp="1"/>
          </p:cNvSpPr>
          <p:nvPr>
            <p:ph type="body" sz="quarter" idx="1" hasCustomPrompt="1"/>
          </p:nvPr>
        </p:nvSpPr>
        <p:spPr>
          <a:xfrm>
            <a:off x="4030266" y="12174594"/>
            <a:ext cx="16323471" cy="648368"/>
          </a:xfrm>
          <a:prstGeom prst="rect">
            <a:avLst/>
          </a:prstGeom>
        </p:spPr>
        <p:txBody>
          <a:bodyPr anchor="b"/>
          <a:lstStyle>
            <a:lvl1pPr marL="0" indent="0" defTabSz="825478">
              <a:lnSpc>
                <a:spcPct val="100000"/>
              </a:lnSpc>
              <a:spcBef>
                <a:spcPts val="0"/>
              </a:spcBef>
              <a:buSzTx/>
              <a:buNone/>
              <a:defRPr sz="3200" b="1"/>
            </a:lvl1pPr>
            <a:lvl2pPr marL="787379" indent="-406389" defTabSz="825478">
              <a:lnSpc>
                <a:spcPct val="100000"/>
              </a:lnSpc>
              <a:spcBef>
                <a:spcPts val="0"/>
              </a:spcBef>
              <a:defRPr sz="3200" b="1"/>
            </a:lvl2pPr>
            <a:lvl3pPr marL="1168371" indent="-406390" defTabSz="825478">
              <a:lnSpc>
                <a:spcPct val="100000"/>
              </a:lnSpc>
              <a:spcBef>
                <a:spcPts val="0"/>
              </a:spcBef>
              <a:defRPr sz="3200" b="1"/>
            </a:lvl3pPr>
            <a:lvl4pPr marL="1549359" indent="-406390" defTabSz="825478">
              <a:lnSpc>
                <a:spcPct val="100000"/>
              </a:lnSpc>
              <a:spcBef>
                <a:spcPts val="0"/>
              </a:spcBef>
              <a:defRPr sz="3200" b="1"/>
            </a:lvl4pPr>
            <a:lvl5pPr marL="1930350" indent="-406390" defTabSz="825478">
              <a:lnSpc>
                <a:spcPct val="100000"/>
              </a:lnSpc>
              <a:spcBef>
                <a:spcPts val="0"/>
              </a:spcBef>
              <a:defRPr sz="3200" b="1"/>
            </a:lvl5pPr>
          </a:lstStyle>
          <a:p>
            <a:r>
              <a:t>Autor y fecha</a:t>
            </a:r>
          </a:p>
          <a:p>
            <a:pPr lvl="1"/>
            <a:endParaRPr/>
          </a:p>
          <a:p>
            <a:pPr lvl="2"/>
            <a:endParaRPr/>
          </a:p>
          <a:p>
            <a:pPr lvl="3"/>
            <a:endParaRPr/>
          </a:p>
          <a:p>
            <a:pPr lvl="4"/>
            <a:endParaRPr/>
          </a:p>
        </p:txBody>
      </p:sp>
      <p:sp>
        <p:nvSpPr>
          <p:cNvPr id="12" name="Título de la presentación"/>
          <p:cNvSpPr txBox="1">
            <a:spLocks noGrp="1"/>
          </p:cNvSpPr>
          <p:nvPr>
            <p:ph type="title" hasCustomPrompt="1"/>
          </p:nvPr>
        </p:nvSpPr>
        <p:spPr>
          <a:xfrm>
            <a:off x="4030266" y="2607467"/>
            <a:ext cx="16325238" cy="4643442"/>
          </a:xfrm>
          <a:prstGeom prst="rect">
            <a:avLst/>
          </a:prstGeom>
        </p:spPr>
        <p:txBody>
          <a:bodyPr anchor="b"/>
          <a:lstStyle>
            <a:lvl1pPr>
              <a:defRPr sz="11400" spc="-228"/>
            </a:lvl1pPr>
          </a:lstStyle>
          <a:p>
            <a:r>
              <a:t>Título de la presentación</a:t>
            </a:r>
          </a:p>
        </p:txBody>
      </p:sp>
      <p:sp>
        <p:nvSpPr>
          <p:cNvPr id="13" name="Nivel de texto 1…"/>
          <p:cNvSpPr txBox="1">
            <a:spLocks noGrp="1"/>
          </p:cNvSpPr>
          <p:nvPr>
            <p:ph type="body" sz="quarter" idx="21" hasCustomPrompt="1"/>
          </p:nvPr>
        </p:nvSpPr>
        <p:spPr>
          <a:xfrm>
            <a:off x="4030264" y="7179467"/>
            <a:ext cx="16323473" cy="2048065"/>
          </a:xfrm>
          <a:prstGeom prst="rect">
            <a:avLst/>
          </a:prstGeom>
        </p:spPr>
        <p:txBody>
          <a:bodyPr/>
          <a:lstStyle>
            <a:lvl1pPr marL="0" indent="0" defTabSz="825478">
              <a:lnSpc>
                <a:spcPct val="100000"/>
              </a:lnSpc>
              <a:spcBef>
                <a:spcPts val="0"/>
              </a:spcBef>
              <a:buSzTx/>
              <a:buNone/>
              <a:defRPr sz="5200" b="1"/>
            </a:lvl1pPr>
          </a:lstStyle>
          <a:p>
            <a:r>
              <a:t>Subtítulo de la presentación</a:t>
            </a:r>
          </a:p>
        </p:txBody>
      </p:sp>
      <p:sp>
        <p:nvSpPr>
          <p:cNvPr id="14" name="Número de diapositiva"/>
          <p:cNvSpPr txBox="1">
            <a:spLocks noGrp="1"/>
          </p:cNvSpPr>
          <p:nvPr>
            <p:ph type="sldNum" sz="quarter" idx="2"/>
          </p:nvPr>
        </p:nvSpPr>
        <p:spPr>
          <a:xfrm>
            <a:off x="11987114" y="12954305"/>
            <a:ext cx="409775" cy="41587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32" name="Nivel de texto 1…"/>
          <p:cNvSpPr txBox="1">
            <a:spLocks noGrp="1"/>
          </p:cNvSpPr>
          <p:nvPr>
            <p:ph type="body" idx="1" hasCustomPrompt="1"/>
          </p:nvPr>
        </p:nvSpPr>
        <p:spPr>
          <a:prstGeom prst="rect">
            <a:avLst/>
          </a:prstGeom>
        </p:spPr>
        <p:txBody>
          <a:bodyPr/>
          <a:lstStyle/>
          <a:p>
            <a:r>
              <a:t>Texto de viñeta de la diapositiva</a:t>
            </a:r>
          </a:p>
          <a:p>
            <a:pPr lvl="1"/>
            <a:endParaRPr/>
          </a:p>
          <a:p>
            <a:pPr lvl="2"/>
            <a:endParaRPr/>
          </a:p>
          <a:p>
            <a:pPr lvl="3"/>
            <a:endParaRPr/>
          </a:p>
          <a:p>
            <a:pPr lvl="4"/>
            <a:endParaRPr/>
          </a:p>
        </p:txBody>
      </p:sp>
      <p:sp>
        <p:nvSpPr>
          <p:cNvPr id="33" name="Subtítulo de la diapositiva"/>
          <p:cNvSpPr txBox="1">
            <a:spLocks noGrp="1"/>
          </p:cNvSpPr>
          <p:nvPr>
            <p:ph type="body" sz="quarter" idx="21" hasCustomPrompt="1"/>
          </p:nvPr>
        </p:nvSpPr>
        <p:spPr>
          <a:xfrm>
            <a:off x="4030264" y="1987001"/>
            <a:ext cx="16323473" cy="944722"/>
          </a:xfrm>
          <a:prstGeom prst="rect">
            <a:avLst/>
          </a:prstGeom>
        </p:spPr>
        <p:txBody>
          <a:bodyPr/>
          <a:lstStyle>
            <a:lvl1pPr marL="0" indent="0" defTabSz="825478">
              <a:lnSpc>
                <a:spcPct val="100000"/>
              </a:lnSpc>
              <a:spcBef>
                <a:spcPts val="0"/>
              </a:spcBef>
              <a:buSzTx/>
              <a:buNone/>
              <a:defRPr sz="5200" b="1"/>
            </a:lvl1pPr>
          </a:lstStyle>
          <a:p>
            <a:r>
              <a:t>Subtítulo de la diapositiva</a:t>
            </a:r>
          </a:p>
        </p:txBody>
      </p:sp>
      <p:sp>
        <p:nvSpPr>
          <p:cNvPr id="34" name="Título de la diapositiva"/>
          <p:cNvSpPr txBox="1">
            <a:spLocks noGrp="1"/>
          </p:cNvSpPr>
          <p:nvPr>
            <p:ph type="title" hasCustomPrompt="1"/>
          </p:nvPr>
        </p:nvSpPr>
        <p:spPr>
          <a:prstGeom prst="rect">
            <a:avLst/>
          </a:prstGeom>
        </p:spPr>
        <p:txBody>
          <a:bodyPr/>
          <a:lstStyle/>
          <a:p>
            <a:r>
              <a:t>Título de la diapositiva</a:t>
            </a:r>
          </a:p>
        </p:txBody>
      </p:sp>
      <p:sp>
        <p:nvSpPr>
          <p:cNvPr id="35"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42" name="Nivel de texto 1…"/>
          <p:cNvSpPr txBox="1">
            <a:spLocks noGrp="1"/>
          </p:cNvSpPr>
          <p:nvPr>
            <p:ph type="body" idx="1" hasCustomPrompt="1"/>
          </p:nvPr>
        </p:nvSpPr>
        <p:spPr>
          <a:prstGeom prst="rect">
            <a:avLst/>
          </a:prstGeom>
        </p:spPr>
        <p:txBody>
          <a:bodyPr numCol="2" spcCol="828784"/>
          <a:lstStyle/>
          <a:p>
            <a:r>
              <a:t>Texto de viñeta de la diapositiva</a:t>
            </a:r>
          </a:p>
          <a:p>
            <a:pPr lvl="1"/>
            <a:endParaRPr/>
          </a:p>
          <a:p>
            <a:pPr lvl="2"/>
            <a:endParaRPr/>
          </a:p>
          <a:p>
            <a:pPr lvl="3"/>
            <a:endParaRPr/>
          </a:p>
          <a:p>
            <a:pPr lvl="4"/>
            <a:endParaRPr/>
          </a:p>
        </p:txBody>
      </p:sp>
      <p:sp>
        <p:nvSpPr>
          <p:cNvPr id="43"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50" name="660384004_1290x1720.jpeg"/>
          <p:cNvSpPr>
            <a:spLocks noGrp="1"/>
          </p:cNvSpPr>
          <p:nvPr>
            <p:ph type="pic" sz="half" idx="21"/>
          </p:nvPr>
        </p:nvSpPr>
        <p:spPr>
          <a:xfrm>
            <a:off x="11727656" y="839390"/>
            <a:ext cx="9068102" cy="12090798"/>
          </a:xfrm>
          <a:prstGeom prst="rect">
            <a:avLst/>
          </a:prstGeom>
        </p:spPr>
        <p:txBody>
          <a:bodyPr lIns="91439" tIns="45719" rIns="91439" bIns="45719">
            <a:noAutofit/>
          </a:bodyPr>
          <a:lstStyle/>
          <a:p>
            <a:endParaRPr/>
          </a:p>
        </p:txBody>
      </p:sp>
      <p:sp>
        <p:nvSpPr>
          <p:cNvPr id="51" name="Título de la diapositiva"/>
          <p:cNvSpPr txBox="1">
            <a:spLocks noGrp="1"/>
          </p:cNvSpPr>
          <p:nvPr>
            <p:ph type="title" hasCustomPrompt="1"/>
          </p:nvPr>
        </p:nvSpPr>
        <p:spPr>
          <a:xfrm>
            <a:off x="4030266" y="625080"/>
            <a:ext cx="7179472" cy="1428751"/>
          </a:xfrm>
          <a:prstGeom prst="rect">
            <a:avLst/>
          </a:prstGeom>
        </p:spPr>
        <p:txBody>
          <a:bodyPr/>
          <a:lstStyle/>
          <a:p>
            <a:r>
              <a:t>Título de la diapositiva</a:t>
            </a:r>
          </a:p>
        </p:txBody>
      </p:sp>
      <p:sp>
        <p:nvSpPr>
          <p:cNvPr id="52" name="Nivel de texto 1…"/>
          <p:cNvSpPr txBox="1">
            <a:spLocks noGrp="1"/>
          </p:cNvSpPr>
          <p:nvPr>
            <p:ph type="body" sz="quarter" idx="1" hasCustomPrompt="1"/>
          </p:nvPr>
        </p:nvSpPr>
        <p:spPr>
          <a:xfrm>
            <a:off x="4030266" y="1987001"/>
            <a:ext cx="7179472" cy="944722"/>
          </a:xfrm>
          <a:prstGeom prst="rect">
            <a:avLst/>
          </a:prstGeom>
        </p:spPr>
        <p:txBody>
          <a:bodyPr/>
          <a:lstStyle>
            <a:lvl1pPr marL="0" indent="0" defTabSz="709913">
              <a:lnSpc>
                <a:spcPct val="100000"/>
              </a:lnSpc>
              <a:spcBef>
                <a:spcPts val="0"/>
              </a:spcBef>
              <a:buSzTx/>
              <a:buNone/>
              <a:defRPr sz="4400" b="1"/>
            </a:lvl1pPr>
            <a:lvl2pPr marL="939775" indent="-558784" defTabSz="709913">
              <a:lnSpc>
                <a:spcPct val="100000"/>
              </a:lnSpc>
              <a:spcBef>
                <a:spcPts val="0"/>
              </a:spcBef>
              <a:defRPr sz="4400" b="1"/>
            </a:lvl2pPr>
            <a:lvl3pPr marL="1320765" indent="-558784" defTabSz="709913">
              <a:lnSpc>
                <a:spcPct val="100000"/>
              </a:lnSpc>
              <a:spcBef>
                <a:spcPts val="0"/>
              </a:spcBef>
              <a:defRPr sz="4400" b="1"/>
            </a:lvl3pPr>
            <a:lvl4pPr marL="1701756" indent="-558786" defTabSz="709913">
              <a:lnSpc>
                <a:spcPct val="100000"/>
              </a:lnSpc>
              <a:spcBef>
                <a:spcPts val="0"/>
              </a:spcBef>
              <a:defRPr sz="4400" b="1"/>
            </a:lvl4pPr>
            <a:lvl5pPr marL="2082748" indent="-558786" defTabSz="709913">
              <a:lnSpc>
                <a:spcPct val="100000"/>
              </a:lnSpc>
              <a:spcBef>
                <a:spcPts val="0"/>
              </a:spcBef>
              <a:defRPr sz="4400" b="1"/>
            </a:lvl5pPr>
          </a:lstStyle>
          <a:p>
            <a:r>
              <a:t>Subtítulo de la diapositiva</a:t>
            </a:r>
          </a:p>
          <a:p>
            <a:pPr lvl="1"/>
            <a:endParaRPr/>
          </a:p>
          <a:p>
            <a:pPr lvl="2"/>
            <a:endParaRPr/>
          </a:p>
          <a:p>
            <a:pPr lvl="3"/>
            <a:endParaRPr/>
          </a:p>
          <a:p>
            <a:pPr lvl="4"/>
            <a:endParaRPr/>
          </a:p>
        </p:txBody>
      </p:sp>
      <p:sp>
        <p:nvSpPr>
          <p:cNvPr id="53" name="Nivel de texto 1…"/>
          <p:cNvSpPr txBox="1">
            <a:spLocks noGrp="1"/>
          </p:cNvSpPr>
          <p:nvPr>
            <p:ph type="body" sz="quarter" idx="22" hasCustomPrompt="1"/>
          </p:nvPr>
        </p:nvSpPr>
        <p:spPr>
          <a:xfrm>
            <a:off x="4030266" y="4894026"/>
            <a:ext cx="7179472" cy="7865383"/>
          </a:xfrm>
          <a:prstGeom prst="rect">
            <a:avLst/>
          </a:prstGeom>
        </p:spPr>
        <p:txBody>
          <a:bodyPr/>
          <a:lstStyle/>
          <a:p>
            <a:r>
              <a:t>Texto de viñeta de la diapositiva</a:t>
            </a:r>
          </a:p>
        </p:txBody>
      </p:sp>
      <p:sp>
        <p:nvSpPr>
          <p:cNvPr id="54"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ección">
    <p:spTree>
      <p:nvGrpSpPr>
        <p:cNvPr id="1" name=""/>
        <p:cNvGrpSpPr/>
        <p:nvPr/>
      </p:nvGrpSpPr>
      <p:grpSpPr>
        <a:xfrm>
          <a:off x="0" y="0"/>
          <a:ext cx="0" cy="0"/>
          <a:chOff x="0" y="0"/>
          <a:chExt cx="0" cy="0"/>
        </a:xfrm>
      </p:grpSpPr>
      <p:sp>
        <p:nvSpPr>
          <p:cNvPr id="61" name="Título de sección"/>
          <p:cNvSpPr txBox="1">
            <a:spLocks noGrp="1"/>
          </p:cNvSpPr>
          <p:nvPr>
            <p:ph type="title" hasCustomPrompt="1"/>
          </p:nvPr>
        </p:nvSpPr>
        <p:spPr>
          <a:xfrm>
            <a:off x="4030266" y="4536280"/>
            <a:ext cx="16323471" cy="4643440"/>
          </a:xfrm>
          <a:prstGeom prst="rect">
            <a:avLst/>
          </a:prstGeom>
        </p:spPr>
        <p:txBody>
          <a:bodyPr anchor="ctr"/>
          <a:lstStyle>
            <a:lvl1pPr>
              <a:defRPr sz="11400" b="0" spc="-228">
                <a:latin typeface="Helvetica Neue Medium"/>
                <a:ea typeface="Helvetica Neue Medium"/>
                <a:cs typeface="Helvetica Neue Medium"/>
                <a:sym typeface="Helvetica Neue Medium"/>
              </a:defRPr>
            </a:lvl1pPr>
          </a:lstStyle>
          <a:p>
            <a:r>
              <a:t>Título de sección</a:t>
            </a:r>
          </a:p>
        </p:txBody>
      </p:sp>
      <p:sp>
        <p:nvSpPr>
          <p:cNvPr id="62"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78" name="Título de agenda"/>
          <p:cNvSpPr txBox="1">
            <a:spLocks noGrp="1"/>
          </p:cNvSpPr>
          <p:nvPr>
            <p:ph type="title" hasCustomPrompt="1"/>
          </p:nvPr>
        </p:nvSpPr>
        <p:spPr>
          <a:xfrm>
            <a:off x="4030266" y="625080"/>
            <a:ext cx="16323471" cy="1428751"/>
          </a:xfrm>
          <a:prstGeom prst="rect">
            <a:avLst/>
          </a:prstGeom>
        </p:spPr>
        <p:txBody>
          <a:bodyPr/>
          <a:lstStyle/>
          <a:p>
            <a:r>
              <a:t>Título de agenda</a:t>
            </a:r>
          </a:p>
        </p:txBody>
      </p:sp>
      <p:sp>
        <p:nvSpPr>
          <p:cNvPr id="79" name="Nivel de texto 1…"/>
          <p:cNvSpPr txBox="1">
            <a:spLocks noGrp="1"/>
          </p:cNvSpPr>
          <p:nvPr>
            <p:ph type="body" sz="quarter" idx="1" hasCustomPrompt="1"/>
          </p:nvPr>
        </p:nvSpPr>
        <p:spPr>
          <a:xfrm>
            <a:off x="4030266" y="1982390"/>
            <a:ext cx="16323471" cy="944723"/>
          </a:xfrm>
          <a:prstGeom prst="rect">
            <a:avLst/>
          </a:prstGeom>
        </p:spPr>
        <p:txBody>
          <a:bodyPr/>
          <a:lstStyle>
            <a:lvl1pPr marL="0" indent="0" defTabSz="825478">
              <a:lnSpc>
                <a:spcPct val="100000"/>
              </a:lnSpc>
              <a:spcBef>
                <a:spcPts val="0"/>
              </a:spcBef>
              <a:buSzTx/>
              <a:buNone/>
              <a:defRPr sz="5200" b="1"/>
            </a:lvl1pPr>
            <a:lvl2pPr marL="1041371" indent="-660381" defTabSz="825478">
              <a:lnSpc>
                <a:spcPct val="100000"/>
              </a:lnSpc>
              <a:spcBef>
                <a:spcPts val="0"/>
              </a:spcBef>
              <a:defRPr sz="5200" b="1"/>
            </a:lvl2pPr>
            <a:lvl3pPr marL="1422362" indent="-660381" defTabSz="825478">
              <a:lnSpc>
                <a:spcPct val="100000"/>
              </a:lnSpc>
              <a:spcBef>
                <a:spcPts val="0"/>
              </a:spcBef>
              <a:defRPr sz="5200" b="1"/>
            </a:lvl3pPr>
            <a:lvl4pPr marL="1803354" indent="-660381" defTabSz="825478">
              <a:lnSpc>
                <a:spcPct val="100000"/>
              </a:lnSpc>
              <a:spcBef>
                <a:spcPts val="0"/>
              </a:spcBef>
              <a:defRPr sz="5200" b="1"/>
            </a:lvl4pPr>
            <a:lvl5pPr marL="2184343" indent="-660381" defTabSz="825478">
              <a:lnSpc>
                <a:spcPct val="100000"/>
              </a:lnSpc>
              <a:spcBef>
                <a:spcPts val="0"/>
              </a:spcBef>
              <a:defRPr sz="5200" b="1"/>
            </a:lvl5pPr>
          </a:lstStyle>
          <a:p>
            <a:r>
              <a:t>Subtítulo de agenda</a:t>
            </a:r>
          </a:p>
          <a:p>
            <a:pPr lvl="1"/>
            <a:endParaRPr/>
          </a:p>
          <a:p>
            <a:pPr lvl="2"/>
            <a:endParaRPr/>
          </a:p>
          <a:p>
            <a:pPr lvl="3"/>
            <a:endParaRPr/>
          </a:p>
          <a:p>
            <a:pPr lvl="4"/>
            <a:endParaRPr/>
          </a:p>
        </p:txBody>
      </p:sp>
      <p:sp>
        <p:nvSpPr>
          <p:cNvPr id="80" name="Nivel de texto 1…"/>
          <p:cNvSpPr txBox="1">
            <a:spLocks noGrp="1"/>
          </p:cNvSpPr>
          <p:nvPr>
            <p:ph type="body" idx="21" hasCustomPrompt="1"/>
          </p:nvPr>
        </p:nvSpPr>
        <p:spPr>
          <a:xfrm>
            <a:off x="4030264" y="4161233"/>
            <a:ext cx="16323473" cy="8572505"/>
          </a:xfrm>
          <a:prstGeom prst="rect">
            <a:avLst/>
          </a:prstGeom>
        </p:spPr>
        <p:txBody>
          <a:bodyPr/>
          <a:lstStyle>
            <a:lvl1pPr marL="0" indent="0">
              <a:spcBef>
                <a:spcPts val="1800"/>
              </a:spcBef>
              <a:buSzTx/>
              <a:buNone/>
              <a:defRPr sz="5200" spc="-100"/>
            </a:lvl1pPr>
          </a:lstStyle>
          <a:p>
            <a:r>
              <a:t>Temas relacionados con la agenda</a:t>
            </a:r>
          </a:p>
        </p:txBody>
      </p:sp>
      <p:sp>
        <p:nvSpPr>
          <p:cNvPr id="81"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Declaración">
    <p:spTree>
      <p:nvGrpSpPr>
        <p:cNvPr id="1" name=""/>
        <p:cNvGrpSpPr/>
        <p:nvPr/>
      </p:nvGrpSpPr>
      <p:grpSpPr>
        <a:xfrm>
          <a:off x="0" y="0"/>
          <a:ext cx="0" cy="0"/>
          <a:chOff x="0" y="0"/>
          <a:chExt cx="0" cy="0"/>
        </a:xfrm>
      </p:grpSpPr>
      <p:sp>
        <p:nvSpPr>
          <p:cNvPr id="88" name="Nivel de texto 1…"/>
          <p:cNvSpPr txBox="1">
            <a:spLocks noGrp="1"/>
          </p:cNvSpPr>
          <p:nvPr>
            <p:ph type="body" sz="quarter" idx="1" hasCustomPrompt="1"/>
          </p:nvPr>
        </p:nvSpPr>
        <p:spPr>
          <a:xfrm>
            <a:off x="4030266" y="5018485"/>
            <a:ext cx="16323471" cy="3681268"/>
          </a:xfrm>
          <a:prstGeom prst="rect">
            <a:avLst/>
          </a:prstGeom>
        </p:spPr>
        <p:txBody>
          <a:bodyPr anchor="ctr"/>
          <a:lstStyle>
            <a:lvl1pPr marL="0" indent="0" algn="ctr">
              <a:lnSpc>
                <a:spcPct val="80000"/>
              </a:lnSpc>
              <a:spcBef>
                <a:spcPts val="0"/>
              </a:spcBef>
              <a:buSzTx/>
              <a:buNone/>
              <a:defRPr sz="11400" spc="-228">
                <a:latin typeface="Helvetica Neue Medium"/>
                <a:ea typeface="Helvetica Neue Medium"/>
                <a:cs typeface="Helvetica Neue Medium"/>
                <a:sym typeface="Helvetica Neue Medium"/>
              </a:defRPr>
            </a:lvl1pPr>
            <a:lvl2pPr marL="0" indent="0" algn="ctr">
              <a:lnSpc>
                <a:spcPct val="80000"/>
              </a:lnSpc>
              <a:spcBef>
                <a:spcPts val="0"/>
              </a:spcBef>
              <a:buSzTx/>
              <a:buNone/>
              <a:defRPr sz="11400" spc="-228">
                <a:latin typeface="Helvetica Neue Medium"/>
                <a:ea typeface="Helvetica Neue Medium"/>
                <a:cs typeface="Helvetica Neue Medium"/>
                <a:sym typeface="Helvetica Neue Medium"/>
              </a:defRPr>
            </a:lvl2pPr>
            <a:lvl3pPr marL="0" indent="0" algn="ctr">
              <a:lnSpc>
                <a:spcPct val="80000"/>
              </a:lnSpc>
              <a:spcBef>
                <a:spcPts val="0"/>
              </a:spcBef>
              <a:buSzTx/>
              <a:buNone/>
              <a:defRPr sz="11400" spc="-228">
                <a:latin typeface="Helvetica Neue Medium"/>
                <a:ea typeface="Helvetica Neue Medium"/>
                <a:cs typeface="Helvetica Neue Medium"/>
                <a:sym typeface="Helvetica Neue Medium"/>
              </a:defRPr>
            </a:lvl3pPr>
            <a:lvl4pPr marL="0" indent="0" algn="ctr">
              <a:lnSpc>
                <a:spcPct val="80000"/>
              </a:lnSpc>
              <a:spcBef>
                <a:spcPts val="0"/>
              </a:spcBef>
              <a:buSzTx/>
              <a:buNone/>
              <a:defRPr sz="11400" spc="-228">
                <a:latin typeface="Helvetica Neue Medium"/>
                <a:ea typeface="Helvetica Neue Medium"/>
                <a:cs typeface="Helvetica Neue Medium"/>
                <a:sym typeface="Helvetica Neue Medium"/>
              </a:defRPr>
            </a:lvl4pPr>
            <a:lvl5pPr marL="0" indent="0" algn="ctr">
              <a:lnSpc>
                <a:spcPct val="80000"/>
              </a:lnSpc>
              <a:spcBef>
                <a:spcPts val="0"/>
              </a:spcBef>
              <a:buSzTx/>
              <a:buNone/>
              <a:defRPr sz="11400" spc="-228">
                <a:latin typeface="Helvetica Neue Medium"/>
                <a:ea typeface="Helvetica Neue Medium"/>
                <a:cs typeface="Helvetica Neue Medium"/>
                <a:sym typeface="Helvetica Neue Medium"/>
              </a:defRPr>
            </a:lvl5pPr>
          </a:lstStyle>
          <a:p>
            <a:r>
              <a:t>Declaración</a:t>
            </a:r>
          </a:p>
          <a:p>
            <a:pPr lvl="1"/>
            <a:endParaRPr/>
          </a:p>
          <a:p>
            <a:pPr lvl="2"/>
            <a:endParaRPr/>
          </a:p>
          <a:p>
            <a:pPr lvl="3"/>
            <a:endParaRPr/>
          </a:p>
          <a:p>
            <a:pPr lvl="4"/>
            <a:endParaRPr/>
          </a:p>
        </p:txBody>
      </p:sp>
      <p:sp>
        <p:nvSpPr>
          <p:cNvPr id="89"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ato importante">
    <p:spTree>
      <p:nvGrpSpPr>
        <p:cNvPr id="1" name=""/>
        <p:cNvGrpSpPr/>
        <p:nvPr/>
      </p:nvGrpSpPr>
      <p:grpSpPr>
        <a:xfrm>
          <a:off x="0" y="0"/>
          <a:ext cx="0" cy="0"/>
          <a:chOff x="0" y="0"/>
          <a:chExt cx="0" cy="0"/>
        </a:xfrm>
      </p:grpSpPr>
      <p:sp>
        <p:nvSpPr>
          <p:cNvPr id="96" name="Nivel de texto 1…"/>
          <p:cNvSpPr txBox="1">
            <a:spLocks noGrp="1"/>
          </p:cNvSpPr>
          <p:nvPr>
            <p:ph type="body" sz="quarter" idx="1" hasCustomPrompt="1"/>
          </p:nvPr>
        </p:nvSpPr>
        <p:spPr>
          <a:xfrm>
            <a:off x="4030266" y="8732786"/>
            <a:ext cx="16323469" cy="944724"/>
          </a:xfrm>
          <a:prstGeom prst="rect">
            <a:avLst/>
          </a:prstGeom>
        </p:spPr>
        <p:txBody>
          <a:bodyPr/>
          <a:lstStyle>
            <a:lvl1pPr marL="0" indent="0" algn="ctr">
              <a:lnSpc>
                <a:spcPct val="100000"/>
              </a:lnSpc>
              <a:spcBef>
                <a:spcPts val="0"/>
              </a:spcBef>
              <a:buSzTx/>
              <a:buNone/>
              <a:defRPr sz="5200" b="1"/>
            </a:lvl1pPr>
            <a:lvl2pPr marL="1041371" indent="-660381" algn="ctr">
              <a:lnSpc>
                <a:spcPct val="100000"/>
              </a:lnSpc>
              <a:spcBef>
                <a:spcPts val="0"/>
              </a:spcBef>
              <a:defRPr sz="5200" b="1"/>
            </a:lvl2pPr>
            <a:lvl3pPr marL="1422362" indent="-660381" algn="ctr">
              <a:lnSpc>
                <a:spcPct val="100000"/>
              </a:lnSpc>
              <a:spcBef>
                <a:spcPts val="0"/>
              </a:spcBef>
              <a:defRPr sz="5200" b="1"/>
            </a:lvl3pPr>
            <a:lvl4pPr marL="1803354" indent="-660381" algn="ctr">
              <a:lnSpc>
                <a:spcPct val="100000"/>
              </a:lnSpc>
              <a:spcBef>
                <a:spcPts val="0"/>
              </a:spcBef>
              <a:defRPr sz="5200" b="1"/>
            </a:lvl4pPr>
            <a:lvl5pPr marL="2184343" indent="-660381" algn="ctr">
              <a:lnSpc>
                <a:spcPct val="100000"/>
              </a:lnSpc>
              <a:spcBef>
                <a:spcPts val="0"/>
              </a:spcBef>
              <a:defRPr sz="5200" b="1"/>
            </a:lvl5pPr>
          </a:lstStyle>
          <a:p>
            <a:r>
              <a:t>Información fáctica</a:t>
            </a:r>
          </a:p>
          <a:p>
            <a:pPr lvl="1"/>
            <a:endParaRPr/>
          </a:p>
          <a:p>
            <a:pPr lvl="2"/>
            <a:endParaRPr/>
          </a:p>
          <a:p>
            <a:pPr lvl="3"/>
            <a:endParaRPr/>
          </a:p>
          <a:p>
            <a:pPr lvl="4"/>
            <a:endParaRPr/>
          </a:p>
        </p:txBody>
      </p:sp>
      <p:sp>
        <p:nvSpPr>
          <p:cNvPr id="97" name="Nivel de texto 1…"/>
          <p:cNvSpPr txBox="1">
            <a:spLocks noGrp="1"/>
          </p:cNvSpPr>
          <p:nvPr>
            <p:ph type="body" sz="half" idx="21" hasCustomPrompt="1"/>
          </p:nvPr>
        </p:nvSpPr>
        <p:spPr>
          <a:xfrm>
            <a:off x="4030264" y="1404937"/>
            <a:ext cx="16323473" cy="7327849"/>
          </a:xfrm>
          <a:prstGeom prst="rect">
            <a:avLst/>
          </a:prstGeom>
        </p:spPr>
        <p:txBody>
          <a:bodyPr anchor="b"/>
          <a:lstStyle/>
          <a:p>
            <a:pPr marL="0" lvl="4" indent="3063219" algn="ctr" defTabSz="1097224">
              <a:lnSpc>
                <a:spcPct val="80000"/>
              </a:lnSpc>
              <a:spcBef>
                <a:spcPts val="0"/>
              </a:spcBef>
              <a:buSzTx/>
              <a:buNone/>
              <a:defRPr sz="11000" b="1" spc="-199"/>
            </a:pPr>
            <a:r>
              <a:t>100 %
</a:t>
            </a:r>
          </a:p>
        </p:txBody>
      </p:sp>
      <p:sp>
        <p:nvSpPr>
          <p:cNvPr id="98"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105" name="Nivel de texto 1…"/>
          <p:cNvSpPr txBox="1">
            <a:spLocks noGrp="1"/>
          </p:cNvSpPr>
          <p:nvPr>
            <p:ph type="body" sz="quarter" idx="1" hasCustomPrompt="1"/>
          </p:nvPr>
        </p:nvSpPr>
        <p:spPr>
          <a:xfrm>
            <a:off x="4083841" y="5232798"/>
            <a:ext cx="16216319" cy="3268268"/>
          </a:xfrm>
          <a:prstGeom prst="rect">
            <a:avLst/>
          </a:prstGeom>
        </p:spPr>
        <p:txBody>
          <a:bodyPr anchor="ctr"/>
          <a:lstStyle>
            <a:lvl1pPr marL="160730" indent="0">
              <a:spcBef>
                <a:spcPts val="0"/>
              </a:spcBef>
              <a:buSzTx/>
              <a:buNone/>
              <a:defRPr sz="8400" spc="-168">
                <a:latin typeface="Helvetica Neue Medium"/>
                <a:ea typeface="Helvetica Neue Medium"/>
                <a:cs typeface="Helvetica Neue Medium"/>
                <a:sym typeface="Helvetica Neue Medium"/>
              </a:defRPr>
            </a:lvl1pPr>
            <a:lvl2pPr marL="160730" indent="160730">
              <a:spcBef>
                <a:spcPts val="0"/>
              </a:spcBef>
              <a:buSzTx/>
              <a:buNone/>
              <a:defRPr sz="8400" spc="-168">
                <a:latin typeface="Helvetica Neue Medium"/>
                <a:ea typeface="Helvetica Neue Medium"/>
                <a:cs typeface="Helvetica Neue Medium"/>
                <a:sym typeface="Helvetica Neue Medium"/>
              </a:defRPr>
            </a:lvl2pPr>
            <a:lvl3pPr marL="160730" indent="160730">
              <a:spcBef>
                <a:spcPts val="0"/>
              </a:spcBef>
              <a:buSzTx/>
              <a:buNone/>
              <a:defRPr sz="8400" spc="-168">
                <a:latin typeface="Helvetica Neue Medium"/>
                <a:ea typeface="Helvetica Neue Medium"/>
                <a:cs typeface="Helvetica Neue Medium"/>
                <a:sym typeface="Helvetica Neue Medium"/>
              </a:defRPr>
            </a:lvl3pPr>
            <a:lvl4pPr marL="160730" indent="160730">
              <a:spcBef>
                <a:spcPts val="0"/>
              </a:spcBef>
              <a:buSzTx/>
              <a:buNone/>
              <a:defRPr sz="8400" spc="-168">
                <a:latin typeface="Helvetica Neue Medium"/>
                <a:ea typeface="Helvetica Neue Medium"/>
                <a:cs typeface="Helvetica Neue Medium"/>
                <a:sym typeface="Helvetica Neue Medium"/>
              </a:defRPr>
            </a:lvl4pPr>
            <a:lvl5pPr marL="160730" indent="160730">
              <a:spcBef>
                <a:spcPts val="0"/>
              </a:spcBef>
              <a:buSzTx/>
              <a:buNone/>
              <a:defRPr sz="8400" spc="-168">
                <a:latin typeface="Helvetica Neue Medium"/>
                <a:ea typeface="Helvetica Neue Medium"/>
                <a:cs typeface="Helvetica Neue Medium"/>
                <a:sym typeface="Helvetica Neue Medium"/>
              </a:defRPr>
            </a:lvl5pPr>
          </a:lstStyle>
          <a:p>
            <a:r>
              <a:t>“Cita destacable”</a:t>
            </a:r>
          </a:p>
          <a:p>
            <a:pPr lvl="1"/>
            <a:endParaRPr/>
          </a:p>
          <a:p>
            <a:pPr lvl="2"/>
            <a:endParaRPr/>
          </a:p>
          <a:p>
            <a:pPr lvl="3"/>
            <a:endParaRPr/>
          </a:p>
          <a:p>
            <a:pPr lvl="4"/>
            <a:endParaRPr/>
          </a:p>
        </p:txBody>
      </p:sp>
      <p:sp>
        <p:nvSpPr>
          <p:cNvPr id="106" name="Atribución"/>
          <p:cNvSpPr txBox="1">
            <a:spLocks noGrp="1"/>
          </p:cNvSpPr>
          <p:nvPr>
            <p:ph type="body" sz="quarter" idx="21" hasCustomPrompt="1"/>
          </p:nvPr>
        </p:nvSpPr>
        <p:spPr>
          <a:xfrm>
            <a:off x="4762501" y="9036845"/>
            <a:ext cx="15537657" cy="648368"/>
          </a:xfrm>
          <a:prstGeom prst="rect">
            <a:avLst/>
          </a:prstGeom>
        </p:spPr>
        <p:txBody>
          <a:bodyPr/>
          <a:lstStyle>
            <a:lvl1pPr marL="0" indent="0" defTabSz="825478">
              <a:lnSpc>
                <a:spcPct val="100000"/>
              </a:lnSpc>
              <a:spcBef>
                <a:spcPts val="0"/>
              </a:spcBef>
              <a:buSzTx/>
              <a:buNone/>
              <a:defRPr sz="3200" b="1"/>
            </a:lvl1pPr>
          </a:lstStyle>
          <a:p>
            <a:r>
              <a:t>Atribución</a:t>
            </a:r>
          </a:p>
        </p:txBody>
      </p:sp>
      <p:sp>
        <p:nvSpPr>
          <p:cNvPr id="107"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114" name="Imagen"/>
          <p:cNvSpPr>
            <a:spLocks noGrp="1"/>
          </p:cNvSpPr>
          <p:nvPr>
            <p:ph type="pic" idx="21"/>
          </p:nvPr>
        </p:nvSpPr>
        <p:spPr>
          <a:xfrm>
            <a:off x="119064" y="966880"/>
            <a:ext cx="15701050" cy="11775787"/>
          </a:xfrm>
          <a:prstGeom prst="rect">
            <a:avLst/>
          </a:prstGeom>
        </p:spPr>
        <p:txBody>
          <a:bodyPr lIns="91439" tIns="45719" rIns="91439" bIns="45719">
            <a:noAutofit/>
          </a:bodyPr>
          <a:lstStyle/>
          <a:p>
            <a:endParaRPr/>
          </a:p>
        </p:txBody>
      </p:sp>
      <p:sp>
        <p:nvSpPr>
          <p:cNvPr id="115" name="Imagen"/>
          <p:cNvSpPr>
            <a:spLocks noGrp="1"/>
          </p:cNvSpPr>
          <p:nvPr>
            <p:ph type="pic" sz="quarter" idx="22"/>
          </p:nvPr>
        </p:nvSpPr>
        <p:spPr>
          <a:xfrm>
            <a:off x="12325946" y="410766"/>
            <a:ext cx="8072440" cy="6457954"/>
          </a:xfrm>
          <a:prstGeom prst="rect">
            <a:avLst/>
          </a:prstGeom>
        </p:spPr>
        <p:txBody>
          <a:bodyPr lIns="91439" tIns="45719" rIns="91439" bIns="45719">
            <a:noAutofit/>
          </a:bodyPr>
          <a:lstStyle/>
          <a:p>
            <a:endParaRPr/>
          </a:p>
        </p:txBody>
      </p:sp>
      <p:sp>
        <p:nvSpPr>
          <p:cNvPr id="116" name="Imagen"/>
          <p:cNvSpPr>
            <a:spLocks noGrp="1"/>
          </p:cNvSpPr>
          <p:nvPr>
            <p:ph type="pic" idx="23"/>
          </p:nvPr>
        </p:nvSpPr>
        <p:spPr>
          <a:xfrm>
            <a:off x="10057806" y="3866553"/>
            <a:ext cx="11162112" cy="12991329"/>
          </a:xfrm>
          <a:prstGeom prst="rect">
            <a:avLst/>
          </a:prstGeom>
        </p:spPr>
        <p:txBody>
          <a:bodyPr lIns="91439" tIns="45719" rIns="91439" bIns="45719">
            <a:noAutofit/>
          </a:bodyPr>
          <a:lstStyle/>
          <a:p>
            <a:endParaRPr/>
          </a:p>
        </p:txBody>
      </p:sp>
      <p:sp>
        <p:nvSpPr>
          <p:cNvPr id="117"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24" name="886640052_3195x2556.jpeg"/>
          <p:cNvSpPr>
            <a:spLocks noGrp="1"/>
          </p:cNvSpPr>
          <p:nvPr>
            <p:ph type="pic" idx="21"/>
          </p:nvPr>
        </p:nvSpPr>
        <p:spPr>
          <a:xfrm>
            <a:off x="1619249" y="-1482329"/>
            <a:ext cx="20288252" cy="16230602"/>
          </a:xfrm>
          <a:prstGeom prst="rect">
            <a:avLst/>
          </a:prstGeom>
        </p:spPr>
        <p:txBody>
          <a:bodyPr lIns="91439" tIns="45719" rIns="91439" bIns="45719">
            <a:noAutofit/>
          </a:bodyPr>
          <a:lstStyle/>
          <a:p>
            <a:endParaRPr/>
          </a:p>
        </p:txBody>
      </p:sp>
      <p:sp>
        <p:nvSpPr>
          <p:cNvPr id="125" name="Número de diapositiva"/>
          <p:cNvSpPr txBox="1">
            <a:spLocks noGrp="1"/>
          </p:cNvSpPr>
          <p:nvPr>
            <p:ph type="sldNum" sz="quarter" idx="2"/>
          </p:nvPr>
        </p:nvSpPr>
        <p:spPr>
          <a:xfrm>
            <a:off x="11987114" y="12954305"/>
            <a:ext cx="409775" cy="415870"/>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32" name="Número de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ítulo y objetos">
    <p:spTree>
      <p:nvGrpSpPr>
        <p:cNvPr id="1" name=""/>
        <p:cNvGrpSpPr/>
        <p:nvPr/>
      </p:nvGrpSpPr>
      <p:grpSpPr>
        <a:xfrm>
          <a:off x="0" y="0"/>
          <a:ext cx="0" cy="0"/>
          <a:chOff x="0" y="0"/>
          <a:chExt cx="0" cy="0"/>
        </a:xfrm>
      </p:grpSpPr>
      <p:pic>
        <p:nvPicPr>
          <p:cNvPr id="139" name="Imagen 5" descr="Imagen 5"/>
          <p:cNvPicPr>
            <a:picLocks noChangeAspect="1"/>
          </p:cNvPicPr>
          <p:nvPr/>
        </p:nvPicPr>
        <p:blipFill>
          <a:blip r:embed="rId2"/>
          <a:stretch>
            <a:fillRect/>
          </a:stretch>
        </p:blipFill>
        <p:spPr>
          <a:xfrm>
            <a:off x="0" y="0"/>
            <a:ext cx="24384000" cy="13716000"/>
          </a:xfrm>
          <a:prstGeom prst="rect">
            <a:avLst/>
          </a:prstGeom>
          <a:ln w="12700">
            <a:miter lim="400000"/>
          </a:ln>
        </p:spPr>
      </p:pic>
      <p:sp>
        <p:nvSpPr>
          <p:cNvPr id="140" name="Nivel de texto 1…"/>
          <p:cNvSpPr txBox="1">
            <a:spLocks noGrp="1"/>
          </p:cNvSpPr>
          <p:nvPr>
            <p:ph type="body" sz="half" idx="1"/>
          </p:nvPr>
        </p:nvSpPr>
        <p:spPr>
          <a:xfrm>
            <a:off x="11747179" y="4642089"/>
            <a:ext cx="9926402" cy="7319503"/>
          </a:xfrm>
          <a:prstGeom prst="rect">
            <a:avLst/>
          </a:prstGeom>
        </p:spPr>
        <p:txBody>
          <a:bodyPr/>
          <a:lstStyle>
            <a:lvl1pPr marL="0" indent="0">
              <a:lnSpc>
                <a:spcPct val="100000"/>
              </a:lnSpc>
              <a:buSzTx/>
              <a:buNone/>
              <a:defRPr sz="1600" b="1">
                <a:solidFill>
                  <a:srgbClr val="222222"/>
                </a:solidFill>
                <a:latin typeface="Arial"/>
                <a:ea typeface="Arial"/>
                <a:cs typeface="Arial"/>
                <a:sym typeface="Arial"/>
              </a:defRPr>
            </a:lvl1pPr>
            <a:lvl2pPr marL="0" indent="0">
              <a:lnSpc>
                <a:spcPct val="100000"/>
              </a:lnSpc>
              <a:buSzTx/>
              <a:buNone/>
              <a:defRPr sz="1600" b="1">
                <a:solidFill>
                  <a:srgbClr val="222222"/>
                </a:solidFill>
                <a:latin typeface="Arial"/>
                <a:ea typeface="Arial"/>
                <a:cs typeface="Arial"/>
                <a:sym typeface="Arial"/>
              </a:defRPr>
            </a:lvl2pPr>
            <a:lvl3pPr marL="301816" indent="-257170">
              <a:lnSpc>
                <a:spcPct val="100000"/>
              </a:lnSpc>
              <a:defRPr sz="1600" b="1">
                <a:solidFill>
                  <a:srgbClr val="222222"/>
                </a:solidFill>
                <a:latin typeface="Arial"/>
                <a:ea typeface="Arial"/>
                <a:cs typeface="Arial"/>
                <a:sym typeface="Arial"/>
              </a:defRPr>
            </a:lvl3pPr>
            <a:lvl4pPr marL="598275" indent="-257170">
              <a:lnSpc>
                <a:spcPct val="100000"/>
              </a:lnSpc>
              <a:defRPr sz="1600" b="1">
                <a:solidFill>
                  <a:srgbClr val="222222"/>
                </a:solidFill>
                <a:latin typeface="Arial"/>
                <a:ea typeface="Arial"/>
                <a:cs typeface="Arial"/>
                <a:sym typeface="Arial"/>
              </a:defRPr>
            </a:lvl4pPr>
            <a:lvl5pPr>
              <a:lnSpc>
                <a:spcPct val="100000"/>
              </a:lnSpc>
              <a:defRPr sz="1600" b="1">
                <a:solidFill>
                  <a:srgbClr val="222222"/>
                </a:solidFill>
                <a:latin typeface="Arial"/>
                <a:ea typeface="Arial"/>
                <a:cs typeface="Arial"/>
                <a:sym typeface="Arial"/>
              </a:defRPr>
            </a:lvl5pPr>
          </a:lstStyle>
          <a:p>
            <a:r>
              <a:t>Nivel de texto 1</a:t>
            </a:r>
          </a:p>
          <a:p>
            <a:pPr lvl="1"/>
            <a:r>
              <a:t>Nivel de texto 2</a:t>
            </a:r>
          </a:p>
          <a:p>
            <a:pPr lvl="2"/>
            <a:r>
              <a:t>Nivel de texto 3</a:t>
            </a:r>
          </a:p>
          <a:p>
            <a:pPr lvl="3"/>
            <a:r>
              <a:t>Nivel de texto 4</a:t>
            </a:r>
          </a:p>
          <a:p>
            <a:pPr lvl="4"/>
            <a:r>
              <a:t>Nivel de texto 5</a:t>
            </a:r>
          </a:p>
        </p:txBody>
      </p:sp>
      <p:sp>
        <p:nvSpPr>
          <p:cNvPr id="141" name="Texto del título"/>
          <p:cNvSpPr txBox="1">
            <a:spLocks noGrp="1"/>
          </p:cNvSpPr>
          <p:nvPr>
            <p:ph type="title"/>
          </p:nvPr>
        </p:nvSpPr>
        <p:spPr>
          <a:xfrm>
            <a:off x="11747185" y="794537"/>
            <a:ext cx="9926403" cy="1088592"/>
          </a:xfrm>
          <a:prstGeom prst="rect">
            <a:avLst/>
          </a:prstGeom>
        </p:spPr>
        <p:txBody>
          <a:bodyPr/>
          <a:lstStyle>
            <a:lvl1pPr>
              <a:lnSpc>
                <a:spcPct val="90000"/>
              </a:lnSpc>
              <a:defRPr sz="3300">
                <a:solidFill>
                  <a:srgbClr val="009F76"/>
                </a:solidFill>
                <a:latin typeface="Arial"/>
                <a:ea typeface="Arial"/>
                <a:cs typeface="Arial"/>
                <a:sym typeface="Arial"/>
              </a:defRPr>
            </a:lvl1pPr>
          </a:lstStyle>
          <a:p>
            <a:r>
              <a:t>Texto del título</a:t>
            </a:r>
          </a:p>
        </p:txBody>
      </p:sp>
      <p:sp>
        <p:nvSpPr>
          <p:cNvPr id="142" name="Número de diapositiva"/>
          <p:cNvSpPr txBox="1">
            <a:spLocks noGrp="1"/>
          </p:cNvSpPr>
          <p:nvPr>
            <p:ph type="sldNum" sz="quarter" idx="2"/>
          </p:nvPr>
        </p:nvSpPr>
        <p:spPr>
          <a:xfrm>
            <a:off x="17270313" y="12296833"/>
            <a:ext cx="409774" cy="41587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149" name="Texto del título"/>
          <p:cNvSpPr txBox="1">
            <a:spLocks noGrp="1"/>
          </p:cNvSpPr>
          <p:nvPr>
            <p:ph type="title"/>
          </p:nvPr>
        </p:nvSpPr>
        <p:spPr>
          <a:prstGeom prst="rect">
            <a:avLst/>
          </a:prstGeom>
        </p:spPr>
        <p:txBody>
          <a:bodyPr/>
          <a:lstStyle/>
          <a:p>
            <a:r>
              <a:t>Texto del título</a:t>
            </a:r>
          </a:p>
        </p:txBody>
      </p:sp>
      <p:sp>
        <p:nvSpPr>
          <p:cNvPr id="150"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51" name="Número de diapositiva"/>
          <p:cNvSpPr txBox="1">
            <a:spLocks noGrp="1"/>
          </p:cNvSpPr>
          <p:nvPr>
            <p:ph type="sldNum" sz="quarter" idx="2"/>
          </p:nvPr>
        </p:nvSpPr>
        <p:spPr>
          <a:xfrm>
            <a:off x="11982352" y="12954302"/>
            <a:ext cx="409774" cy="415870"/>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ivel de texto 1…"/>
          <p:cNvSpPr txBox="1">
            <a:spLocks noGrp="1"/>
          </p:cNvSpPr>
          <p:nvPr>
            <p:ph type="body" idx="1" hasCustomPrompt="1"/>
          </p:nvPr>
        </p:nvSpPr>
        <p:spPr>
          <a:xfrm>
            <a:off x="4030266" y="4161235"/>
            <a:ext cx="16323471" cy="857250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ormAutofit/>
          </a:bodyPr>
          <a:lstStyle/>
          <a:p>
            <a:r>
              <a:t>Texto de viñeta de la diapositiva</a:t>
            </a:r>
          </a:p>
          <a:p>
            <a:pPr lvl="1"/>
            <a:endParaRPr/>
          </a:p>
          <a:p>
            <a:pPr lvl="2"/>
            <a:endParaRPr/>
          </a:p>
          <a:p>
            <a:pPr lvl="3"/>
            <a:endParaRPr/>
          </a:p>
          <a:p>
            <a:pPr lvl="4"/>
            <a:endParaRPr/>
          </a:p>
        </p:txBody>
      </p:sp>
      <p:sp>
        <p:nvSpPr>
          <p:cNvPr id="3" name="Título de la diapositiva"/>
          <p:cNvSpPr txBox="1">
            <a:spLocks noGrp="1"/>
          </p:cNvSpPr>
          <p:nvPr>
            <p:ph type="title" hasCustomPrompt="1"/>
          </p:nvPr>
        </p:nvSpPr>
        <p:spPr>
          <a:xfrm>
            <a:off x="4030266" y="619125"/>
            <a:ext cx="16323471" cy="142875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ormAutofit/>
          </a:bodyPr>
          <a:lstStyle/>
          <a:p>
            <a:r>
              <a:t>Título de la diapositiva</a:t>
            </a:r>
          </a:p>
        </p:txBody>
      </p:sp>
      <p:sp>
        <p:nvSpPr>
          <p:cNvPr id="4" name="Número de diapositiva"/>
          <p:cNvSpPr txBox="1">
            <a:spLocks noGrp="1"/>
          </p:cNvSpPr>
          <p:nvPr>
            <p:ph type="sldNum" sz="quarter" idx="2"/>
          </p:nvPr>
        </p:nvSpPr>
        <p:spPr>
          <a:xfrm>
            <a:off x="11982353" y="12954305"/>
            <a:ext cx="409775" cy="415870"/>
          </a:xfrm>
          <a:prstGeom prst="rect">
            <a:avLst/>
          </a:prstGeom>
          <a:ln w="12700">
            <a:miter lim="400000"/>
          </a:ln>
        </p:spPr>
        <p:txBody>
          <a:bodyPr wrap="none" lIns="71434" tIns="71434" rIns="71434" bIns="71434" anchor="b">
            <a:spAutoFit/>
          </a:bodyPr>
          <a:lstStyle>
            <a:lvl1pPr defTabSz="82151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transition spd="med"/>
  <p:txStyles>
    <p:titleStyle>
      <a:lvl1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1pPr>
      <a:lvl2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2pPr>
      <a:lvl3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3pPr>
      <a:lvl4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4pPr>
      <a:lvl5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5pPr>
      <a:lvl6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6pPr>
      <a:lvl7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7pPr>
      <a:lvl8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8pPr>
      <a:lvl9pPr marL="0" marR="0" indent="0" algn="l" defTabSz="2438275" rtl="0" latinLnBrk="0">
        <a:lnSpc>
          <a:spcPct val="80000"/>
        </a:lnSpc>
        <a:spcBef>
          <a:spcPts val="0"/>
        </a:spcBef>
        <a:spcAft>
          <a:spcPts val="0"/>
        </a:spcAft>
        <a:buClrTx/>
        <a:buSzTx/>
        <a:buFontTx/>
        <a:buNone/>
        <a:tabLst/>
        <a:defRPr sz="8400" b="1" i="0" u="none" strike="noStrike" cap="none" spc="-168" baseline="0">
          <a:solidFill>
            <a:srgbClr val="000000"/>
          </a:solidFill>
          <a:uFillTx/>
          <a:latin typeface="+mj-lt"/>
          <a:ea typeface="+mj-ea"/>
          <a:cs typeface="+mj-cs"/>
          <a:sym typeface="Helvetica Neue"/>
        </a:defRPr>
      </a:lvl9pPr>
    </p:titleStyle>
    <p:bodyStyle>
      <a:lvl1pPr marL="53338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1pPr>
      <a:lvl2pPr marL="91437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2pPr>
      <a:lvl3pPr marL="1295368"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3pPr>
      <a:lvl4pPr marL="1676356"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4pPr>
      <a:lvl5pPr marL="2057349"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5pPr>
      <a:lvl6pPr marL="2438337"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6pPr>
      <a:lvl7pPr marL="2819330"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7pPr>
      <a:lvl8pPr marL="3200318"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8pPr>
      <a:lvl9pPr marL="3581310" marR="0" indent="-533387" algn="l" defTabSz="2438275" rtl="0" latinLnBrk="0">
        <a:lnSpc>
          <a:spcPct val="90000"/>
        </a:lnSpc>
        <a:spcBef>
          <a:spcPts val="4500"/>
        </a:spcBef>
        <a:spcAft>
          <a:spcPts val="0"/>
        </a:spcAft>
        <a:buClrTx/>
        <a:buSzPct val="123000"/>
        <a:buFontTx/>
        <a:buChar char="•"/>
        <a:tabLst/>
        <a:defRPr sz="4200" b="0" i="0" u="none" strike="noStrike" cap="none" spc="0" baseline="0">
          <a:solidFill>
            <a:srgbClr val="000000"/>
          </a:solidFill>
          <a:uFillTx/>
          <a:latin typeface="+mj-lt"/>
          <a:ea typeface="+mj-ea"/>
          <a:cs typeface="+mj-cs"/>
          <a:sym typeface="Helvetica Neue"/>
        </a:defRPr>
      </a:lvl9pPr>
    </p:bodyStyle>
    <p:otherStyle>
      <a:lvl1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82151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BDDA-58C0-AC61-E9FA-36EEC33CFF81}"/>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DB49D5D5-303B-6D54-261D-51D2D748146B}"/>
              </a:ext>
            </a:extLst>
          </p:cNvPr>
          <p:cNvSpPr txBox="1"/>
          <p:nvPr/>
        </p:nvSpPr>
        <p:spPr>
          <a:xfrm>
            <a:off x="7364738" y="3615097"/>
            <a:ext cx="9654524" cy="8829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pPr algn="ctr"/>
            <a:r>
              <a:rPr lang="pt-BR" sz="4800">
                <a:latin typeface="Helvetica Light"/>
              </a:rPr>
              <a:t>Azure Functions</a:t>
            </a:r>
            <a:endParaRPr sz="4800">
              <a:latin typeface="Helvetica Light"/>
            </a:endParaRPr>
          </a:p>
        </p:txBody>
      </p:sp>
      <p:sp>
        <p:nvSpPr>
          <p:cNvPr id="3" name="TextBox 2">
            <a:extLst>
              <a:ext uri="{FF2B5EF4-FFF2-40B4-BE49-F238E27FC236}">
                <a16:creationId xmlns:a16="http://schemas.microsoft.com/office/drawing/2014/main" id="{54348179-FE74-A2B4-FA41-5DDC531AE59F}"/>
              </a:ext>
            </a:extLst>
          </p:cNvPr>
          <p:cNvSpPr txBox="1"/>
          <p:nvPr/>
        </p:nvSpPr>
        <p:spPr>
          <a:xfrm>
            <a:off x="6097191" y="6442502"/>
            <a:ext cx="1219438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pt-BR" sz="4800">
                <a:latin typeface="Helvetica Light"/>
              </a:rPr>
              <a:t>Serverless</a:t>
            </a:r>
            <a:endParaRPr lang="es-CO"/>
          </a:p>
        </p:txBody>
      </p:sp>
    </p:spTree>
    <p:extLst>
      <p:ext uri="{BB962C8B-B14F-4D97-AF65-F5344CB8AC3E}">
        <p14:creationId xmlns:p14="http://schemas.microsoft.com/office/powerpoint/2010/main" val="26533073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E84DB-F152-9323-708B-37BDD7225C62}"/>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26958CA2-6B45-C15B-A414-966AAA17AAC3}"/>
              </a:ext>
            </a:extLst>
          </p:cNvPr>
          <p:cNvSpPr txBox="1"/>
          <p:nvPr/>
        </p:nvSpPr>
        <p:spPr>
          <a:xfrm>
            <a:off x="2537476" y="2832805"/>
            <a:ext cx="9654524"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Sobre </a:t>
            </a:r>
            <a:r>
              <a:rPr lang="es-CO" sz="3200" u="sng" noProof="0">
                <a:latin typeface="Helvetica Light"/>
              </a:rPr>
              <a:t>Serverless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20943759-B967-785B-15F2-E5C3C97C1819}"/>
              </a:ext>
            </a:extLst>
          </p:cNvPr>
          <p:cNvSpPr txBox="1"/>
          <p:nvPr/>
        </p:nvSpPr>
        <p:spPr>
          <a:xfrm>
            <a:off x="3158530" y="4060185"/>
            <a:ext cx="18066940" cy="7038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a:t>Serverless o computación sin servidor describe un modelo de ejecución en la nube donde el proveedor gestiona de forma automática la infraestructura subyacente. Aunque existen servidores físicos, el programador no los administra ni configura, pagando únicamente por los recursos consumidos durante la ejecución exacta del código.</a:t>
            </a:r>
          </a:p>
          <a:p>
            <a:pPr algn="just"/>
            <a:endParaRPr lang="es-CO" sz="2800"/>
          </a:p>
          <a:p>
            <a:pPr algn="just"/>
            <a:r>
              <a:rPr lang="es-CO" sz="2800" b="1"/>
              <a:t>Características principales:</a:t>
            </a:r>
          </a:p>
          <a:p>
            <a:pPr algn="just"/>
            <a:endParaRPr lang="es-CO" sz="2800"/>
          </a:p>
          <a:p>
            <a:pPr marL="457200" lvl="0" indent="-457200" algn="just">
              <a:buFont typeface="Arial" panose="020B0604020202020204" pitchFamily="34" charset="0"/>
              <a:buChar char="•"/>
            </a:pPr>
            <a:r>
              <a:rPr lang="es-CO" sz="2800"/>
              <a:t>Cero gestión: El mantenimiento, la seguridad y los parches del sistema operativo quedan a cargo del proveedor.</a:t>
            </a:r>
          </a:p>
          <a:p>
            <a:pPr marL="457200" lvl="0" indent="-457200" algn="just">
              <a:buFont typeface="Arial" panose="020B0604020202020204" pitchFamily="34" charset="0"/>
              <a:buChar char="•"/>
            </a:pPr>
            <a:r>
              <a:rPr lang="es-CO" sz="2800" err="1"/>
              <a:t>Autoescalado</a:t>
            </a:r>
            <a:r>
              <a:rPr lang="es-CO" sz="2800"/>
              <a:t>: Los recursos aumentan o disminuyen de manera dinámica según la demanda de las peticiones.</a:t>
            </a:r>
          </a:p>
          <a:p>
            <a:pPr marL="457200" lvl="0" indent="-457200" algn="just">
              <a:buFont typeface="Arial" panose="020B0604020202020204" pitchFamily="34" charset="0"/>
              <a:buChar char="•"/>
            </a:pPr>
            <a:r>
              <a:rPr lang="es-CO" sz="2800" b="1"/>
              <a:t>Pago por uso: No hay costes por servidores inactivos; solo se factura el tiempo exacto de procesamiento del código.</a:t>
            </a:r>
          </a:p>
          <a:p>
            <a:pPr marL="457200" lvl="0" indent="-457200" algn="just">
              <a:buFont typeface="Arial" panose="020B0604020202020204" pitchFamily="34" charset="0"/>
              <a:buChar char="•"/>
            </a:pPr>
            <a:r>
              <a:rPr lang="es-CO" sz="2800"/>
              <a:t>Funciones eficientes: El código se divide en pequeñas tareas o funciones que responden a eventos específicos (como solicitudes HTTP).</a:t>
            </a:r>
          </a:p>
          <a:p>
            <a:pPr algn="just"/>
            <a:r>
              <a:rPr lang="es-CO" sz="2800"/>
              <a:t>  </a:t>
            </a:r>
          </a:p>
        </p:txBody>
      </p:sp>
    </p:spTree>
    <p:extLst>
      <p:ext uri="{BB962C8B-B14F-4D97-AF65-F5344CB8AC3E}">
        <p14:creationId xmlns:p14="http://schemas.microsoft.com/office/powerpoint/2010/main" val="336289109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43B76-A522-7871-ABD2-C8749A88E9B7}"/>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6D119BF0-7EA8-D464-EF03-E56FA0D488C8}"/>
              </a:ext>
            </a:extLst>
          </p:cNvPr>
          <p:cNvSpPr txBox="1"/>
          <p:nvPr/>
        </p:nvSpPr>
        <p:spPr>
          <a:xfrm>
            <a:off x="2537476" y="2832805"/>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Sobre </a:t>
            </a:r>
            <a:r>
              <a:rPr lang="es-CO" sz="3200" u="sng" noProof="0">
                <a:latin typeface="Helvetica Light"/>
              </a:rPr>
              <a:t>Serverless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44A9E731-A4CC-C7AE-9576-734932CA51F2}"/>
              </a:ext>
            </a:extLst>
          </p:cNvPr>
          <p:cNvSpPr txBox="1"/>
          <p:nvPr/>
        </p:nvSpPr>
        <p:spPr>
          <a:xfrm>
            <a:off x="3158530" y="6399287"/>
            <a:ext cx="18066940" cy="236025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r>
              <a:rPr lang="es-CO" sz="3600"/>
              <a:t>Serverless no significa que no haya servidores. Los hay, pero son completamente invisibles. No los aprovisionamos, no los configuramos, no los escalamos y no los pagamos cuando no se usan.</a:t>
            </a:r>
          </a:p>
          <a:p>
            <a:r>
              <a:rPr lang="es-CO" sz="3600"/>
              <a:t>  </a:t>
            </a:r>
          </a:p>
        </p:txBody>
      </p:sp>
    </p:spTree>
    <p:extLst>
      <p:ext uri="{BB962C8B-B14F-4D97-AF65-F5344CB8AC3E}">
        <p14:creationId xmlns:p14="http://schemas.microsoft.com/office/powerpoint/2010/main" val="376380200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C8A4-FEB3-222A-BF82-87205479252A}"/>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BCB12265-777D-59D1-FB13-6B9E283CF227}"/>
              </a:ext>
            </a:extLst>
          </p:cNvPr>
          <p:cNvSpPr txBox="1"/>
          <p:nvPr/>
        </p:nvSpPr>
        <p:spPr>
          <a:xfrm>
            <a:off x="2537476" y="2832805"/>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Sobre </a:t>
            </a:r>
            <a:r>
              <a:rPr lang="es-CO" sz="3200" u="sng" noProof="0">
                <a:latin typeface="Helvetica Light"/>
              </a:rPr>
              <a:t>Serverless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C9E255B9-B7B3-0729-A19B-620309ACA386}"/>
              </a:ext>
            </a:extLst>
          </p:cNvPr>
          <p:cNvSpPr txBox="1"/>
          <p:nvPr/>
        </p:nvSpPr>
        <p:spPr>
          <a:xfrm>
            <a:off x="3158530" y="6430064"/>
            <a:ext cx="18066940" cy="22986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r>
              <a:rPr lang="es-CO" sz="2800" b="1"/>
              <a:t>Proveedores y servicios comunes:</a:t>
            </a:r>
          </a:p>
          <a:p>
            <a:endParaRPr lang="es-CO" sz="2800" b="1"/>
          </a:p>
          <a:p>
            <a:pPr lvl="0"/>
            <a:r>
              <a:rPr lang="es-CO" sz="2800" b="1"/>
              <a:t>Amazon Web Services (AWS):</a:t>
            </a:r>
            <a:r>
              <a:rPr lang="es-CO" sz="2800"/>
              <a:t> AWS Lambda para ejecución de código y Amazon API Gateway.</a:t>
            </a:r>
          </a:p>
          <a:p>
            <a:pPr lvl="0"/>
            <a:r>
              <a:rPr lang="es-CO" sz="2800" b="1"/>
              <a:t>Google Cloud:</a:t>
            </a:r>
            <a:r>
              <a:rPr lang="es-CO" sz="2800"/>
              <a:t> Cloud </a:t>
            </a:r>
            <a:r>
              <a:rPr lang="es-CO" sz="2800" err="1"/>
              <a:t>Functions</a:t>
            </a:r>
            <a:r>
              <a:rPr lang="es-CO" sz="2800"/>
              <a:t> y Cloud Run.</a:t>
            </a:r>
          </a:p>
          <a:p>
            <a:pPr lvl="0"/>
            <a:r>
              <a:rPr lang="es-CO" sz="2800" b="1"/>
              <a:t>Microsoft Azure:</a:t>
            </a:r>
            <a:r>
              <a:rPr lang="es-CO" sz="2800"/>
              <a:t> Azure </a:t>
            </a:r>
            <a:r>
              <a:rPr lang="es-CO" sz="2800" err="1"/>
              <a:t>Functions</a:t>
            </a:r>
            <a:r>
              <a:rPr lang="es-CO" sz="2800"/>
              <a:t>.</a:t>
            </a:r>
          </a:p>
        </p:txBody>
      </p:sp>
    </p:spTree>
    <p:extLst>
      <p:ext uri="{BB962C8B-B14F-4D97-AF65-F5344CB8AC3E}">
        <p14:creationId xmlns:p14="http://schemas.microsoft.com/office/powerpoint/2010/main" val="41832878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895DB-A638-1B49-8280-DADA32C9960B}"/>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2A45EE83-4BB9-7FAE-6B0A-65CCF4AFBDF2}"/>
              </a:ext>
            </a:extLst>
          </p:cNvPr>
          <p:cNvSpPr txBox="1"/>
          <p:nvPr/>
        </p:nvSpPr>
        <p:spPr>
          <a:xfrm>
            <a:off x="2537476" y="2832805"/>
            <a:ext cx="9654524"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Sobre </a:t>
            </a:r>
            <a:r>
              <a:rPr lang="es-CO" sz="3200" u="sng" noProof="0">
                <a:latin typeface="Helvetica Light"/>
              </a:rPr>
              <a:t>Serverless</a:t>
            </a:r>
          </a:p>
        </p:txBody>
      </p:sp>
      <p:sp>
        <p:nvSpPr>
          <p:cNvPr id="5" name="En los últimos años se viene detectando de que la interacción de las entidades con sus usuarios ya no pasa necesariamente por una web.…">
            <a:extLst>
              <a:ext uri="{FF2B5EF4-FFF2-40B4-BE49-F238E27FC236}">
                <a16:creationId xmlns:a16="http://schemas.microsoft.com/office/drawing/2014/main" id="{2922D9F2-9AA5-6B39-CC19-787CA6F6C397}"/>
              </a:ext>
            </a:extLst>
          </p:cNvPr>
          <p:cNvSpPr txBox="1"/>
          <p:nvPr/>
        </p:nvSpPr>
        <p:spPr>
          <a:xfrm>
            <a:off x="3158530" y="5691405"/>
            <a:ext cx="18066940" cy="37760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Con la computación sin servidor, los desarrolladores pueden ejecutar código, administrar datos e integrar aplicaciones sin preocuparse por las tareas de administración de la infraestructura (servidores locales, máquinas virtuales).</a:t>
            </a:r>
          </a:p>
          <a:p>
            <a:pPr algn="just"/>
            <a:endParaRPr lang="es-CO" sz="2800"/>
          </a:p>
          <a:p>
            <a:pPr algn="just"/>
            <a:r>
              <a:rPr lang="es-CO" sz="2800"/>
              <a:t>Solo paga por la CPU, la memoria y otros recursos informáticos necesarios cuando se ejecuta el código. No paga nada por los recursos inactivos. Este modelo de facturación de pago por valor garantiza una utilización óptima de los recursos y no se desperdicia debido al exceso de aprovisionamiento.</a:t>
            </a:r>
          </a:p>
          <a:p>
            <a:pPr algn="just"/>
            <a:endParaRPr lang="es-CO" sz="4000"/>
          </a:p>
        </p:txBody>
      </p:sp>
    </p:spTree>
    <p:extLst>
      <p:ext uri="{BB962C8B-B14F-4D97-AF65-F5344CB8AC3E}">
        <p14:creationId xmlns:p14="http://schemas.microsoft.com/office/powerpoint/2010/main" val="27913420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6B60-A45F-3BA0-DBFE-D4712B4B82C1}"/>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08B52C7B-BDFD-D61A-CF98-8E46EB11B72A}"/>
              </a:ext>
            </a:extLst>
          </p:cNvPr>
          <p:cNvSpPr txBox="1"/>
          <p:nvPr/>
        </p:nvSpPr>
        <p:spPr>
          <a:xfrm>
            <a:off x="2537476" y="2802028"/>
            <a:ext cx="9654524" cy="6982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b="0"/>
              <a:t>¿Cómo funciona la arquitectura sin servidor?</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C901EED0-7842-90F8-E77B-138B5460ABB9}"/>
              </a:ext>
            </a:extLst>
          </p:cNvPr>
          <p:cNvSpPr txBox="1"/>
          <p:nvPr/>
        </p:nvSpPr>
        <p:spPr>
          <a:xfrm>
            <a:off x="3158530" y="5568289"/>
            <a:ext cx="18066940" cy="402224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Cualquier aplicación tiene dos áreas amplias de funcionalidad: </a:t>
            </a:r>
            <a:r>
              <a:rPr lang="es-CO" sz="2800" b="1"/>
              <a:t>el </a:t>
            </a:r>
            <a:r>
              <a:rPr lang="es-CO" sz="2800" b="1" err="1"/>
              <a:t>frontend</a:t>
            </a:r>
            <a:r>
              <a:rPr lang="es-CO" sz="2800" b="1"/>
              <a:t> y el </a:t>
            </a:r>
            <a:r>
              <a:rPr lang="es-CO" sz="2800" b="1" err="1"/>
              <a:t>backend</a:t>
            </a:r>
            <a:r>
              <a:rPr lang="es-CO" sz="2800"/>
              <a:t>. El </a:t>
            </a:r>
            <a:r>
              <a:rPr lang="es-CO" sz="2800" err="1"/>
              <a:t>frontend</a:t>
            </a:r>
            <a:r>
              <a:rPr lang="es-CO" sz="2800"/>
              <a:t> incluye todo aquello con lo que interactúan los usuarios finales, como el diseño visual, los botones y el texto de la pantalla. El </a:t>
            </a:r>
            <a:r>
              <a:rPr lang="es-CO" sz="2800" err="1"/>
              <a:t>backend</a:t>
            </a:r>
            <a:r>
              <a:rPr lang="es-CO" sz="2800"/>
              <a:t> incluye funciones a las que los usuarios no pueden acceder, como el almacenamiento y el procesamiento de datos.</a:t>
            </a:r>
          </a:p>
          <a:p>
            <a:pPr algn="just"/>
            <a:endParaRPr lang="es-CO" sz="2800"/>
          </a:p>
          <a:p>
            <a:pPr algn="just"/>
            <a:r>
              <a:rPr lang="es-CO" sz="2800"/>
              <a:t>Por ejemplo, piense en una aplicación de reserva de vuelos en su dispositivo móvil. El </a:t>
            </a:r>
            <a:r>
              <a:rPr lang="es-CO" sz="2800" err="1"/>
              <a:t>frontend</a:t>
            </a:r>
            <a:r>
              <a:rPr lang="es-CO" sz="2800"/>
              <a:t> es la interfaz de usuario de la aplicación, donde puede elegir fechas y solicitar una lista de vuelos disponibles. Su solicitud va al </a:t>
            </a:r>
            <a:r>
              <a:rPr lang="es-CO" sz="2800" err="1"/>
              <a:t>backend</a:t>
            </a:r>
            <a:r>
              <a:rPr lang="es-CO" sz="2800"/>
              <a:t>, que busca en la base de datos y devuelve información sobre todos los vuelos disponibles en el periodo elegido. El siguiente diagrama ilustra la arquitectura tradicional.</a:t>
            </a:r>
          </a:p>
        </p:txBody>
      </p:sp>
    </p:spTree>
    <p:extLst>
      <p:ext uri="{BB962C8B-B14F-4D97-AF65-F5344CB8AC3E}">
        <p14:creationId xmlns:p14="http://schemas.microsoft.com/office/powerpoint/2010/main" val="24355557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AF5E-632D-00C2-EC30-A88DA056A7D4}"/>
            </a:ext>
          </a:extLst>
        </p:cNvPr>
        <p:cNvGrpSpPr/>
        <p:nvPr/>
      </p:nvGrpSpPr>
      <p:grpSpPr>
        <a:xfrm>
          <a:off x="0" y="0"/>
          <a:ext cx="0" cy="0"/>
          <a:chOff x="0" y="0"/>
          <a:chExt cx="0" cy="0"/>
        </a:xfrm>
      </p:grpSpPr>
      <p:pic>
        <p:nvPicPr>
          <p:cNvPr id="3" name="Picture 2" descr="Diagrama del marco de una aplicación web tradicional ">
            <a:extLst>
              <a:ext uri="{FF2B5EF4-FFF2-40B4-BE49-F238E27FC236}">
                <a16:creationId xmlns:a16="http://schemas.microsoft.com/office/drawing/2014/main" id="{01622711-BD3F-E4A6-EC44-046BA79396E9}"/>
              </a:ext>
            </a:extLst>
          </p:cNvPr>
          <p:cNvPicPr>
            <a:picLocks noChangeAspect="1"/>
          </p:cNvPicPr>
          <p:nvPr/>
        </p:nvPicPr>
        <p:blipFill>
          <a:blip r:embed="rId3"/>
          <a:stretch>
            <a:fillRect/>
          </a:stretch>
        </p:blipFill>
        <p:spPr>
          <a:xfrm>
            <a:off x="3608935" y="2988468"/>
            <a:ext cx="17166130" cy="7739064"/>
          </a:xfrm>
          <a:prstGeom prst="rect">
            <a:avLst/>
          </a:prstGeom>
        </p:spPr>
      </p:pic>
    </p:spTree>
    <p:extLst>
      <p:ext uri="{BB962C8B-B14F-4D97-AF65-F5344CB8AC3E}">
        <p14:creationId xmlns:p14="http://schemas.microsoft.com/office/powerpoint/2010/main" val="109903136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3AF5E-4B2C-5DD7-34EE-F2F9EE3365D8}"/>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D961CF08-0196-A268-6D65-1F238C47CC89}"/>
              </a:ext>
            </a:extLst>
          </p:cNvPr>
          <p:cNvSpPr txBox="1"/>
          <p:nvPr/>
        </p:nvSpPr>
        <p:spPr>
          <a:xfrm>
            <a:off x="2537476" y="2802028"/>
            <a:ext cx="9654524" cy="69826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r>
              <a:rPr lang="es-CO" b="0"/>
              <a:t>¿Cómo funciona la arquitectura sin servidor?</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6076A00D-9F9A-220C-4290-0919E31C334C}"/>
              </a:ext>
            </a:extLst>
          </p:cNvPr>
          <p:cNvSpPr txBox="1"/>
          <p:nvPr/>
        </p:nvSpPr>
        <p:spPr>
          <a:xfrm>
            <a:off x="3158530" y="5568289"/>
            <a:ext cx="18066940" cy="40222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a:t>En la </a:t>
            </a:r>
            <a:r>
              <a:rPr lang="es-CO" sz="2800" b="1"/>
              <a:t>arquitectura sin servidor</a:t>
            </a:r>
            <a:r>
              <a:rPr lang="es-CO" sz="2800"/>
              <a:t>, los desarrolladores implementan el código de </a:t>
            </a:r>
            <a:r>
              <a:rPr lang="es-CO" sz="2800" err="1"/>
              <a:t>backend</a:t>
            </a:r>
            <a:r>
              <a:rPr lang="es-CO" sz="2800"/>
              <a:t> en la infraestructura de nube proporcionada por los proveedores de servicios en la nube. La clave de las aplicaciones sin servidor es la </a:t>
            </a:r>
            <a:r>
              <a:rPr lang="es-CO" sz="2800" b="1"/>
              <a:t>arquitectura basada en eventos</a:t>
            </a:r>
            <a:r>
              <a:rPr lang="es-CO" sz="2800"/>
              <a:t>, que es un patrón de arquitectura moderna diseñado a partir de servicios pequeños y desacoplados que publican, consumen o enrutan eventos. Los </a:t>
            </a:r>
            <a:r>
              <a:rPr lang="es-CO" sz="2800" b="1"/>
              <a:t>eventos</a:t>
            </a:r>
            <a:r>
              <a:rPr lang="es-CO" sz="2800"/>
              <a:t> son mensajes que se envían entre servicios.</a:t>
            </a:r>
          </a:p>
          <a:p>
            <a:pPr algn="just"/>
            <a:endParaRPr lang="es-CO" sz="2800"/>
          </a:p>
          <a:p>
            <a:pPr algn="just"/>
            <a:r>
              <a:rPr lang="es-CO" sz="2800"/>
              <a:t>Esta arquitectura hace que sea más fácil escalar, actualizar e implementar de manera independiente componentes individuales de un sistema. El siguiente diagrama ilustra un microservicio sin servidor basado en eventos.</a:t>
            </a:r>
          </a:p>
        </p:txBody>
      </p:sp>
    </p:spTree>
    <p:extLst>
      <p:ext uri="{BB962C8B-B14F-4D97-AF65-F5344CB8AC3E}">
        <p14:creationId xmlns:p14="http://schemas.microsoft.com/office/powerpoint/2010/main" val="319444986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C9FA1-0DA3-E6D6-6DAA-4D0A4D214151}"/>
            </a:ext>
          </a:extLst>
        </p:cNvPr>
        <p:cNvGrpSpPr/>
        <p:nvPr/>
      </p:nvGrpSpPr>
      <p:grpSpPr>
        <a:xfrm>
          <a:off x="0" y="0"/>
          <a:ext cx="0" cy="0"/>
          <a:chOff x="0" y="0"/>
          <a:chExt cx="0" cy="0"/>
        </a:xfrm>
      </p:grpSpPr>
      <p:pic>
        <p:nvPicPr>
          <p:cNvPr id="2" name="Picture 1" descr="Diagrama de microservicios sin servidor basado en eventos ">
            <a:extLst>
              <a:ext uri="{FF2B5EF4-FFF2-40B4-BE49-F238E27FC236}">
                <a16:creationId xmlns:a16="http://schemas.microsoft.com/office/drawing/2014/main" id="{CB2DA4AE-A28F-B315-40E3-A1D3FC750AEB}"/>
              </a:ext>
            </a:extLst>
          </p:cNvPr>
          <p:cNvPicPr>
            <a:picLocks noChangeAspect="1"/>
          </p:cNvPicPr>
          <p:nvPr/>
        </p:nvPicPr>
        <p:blipFill>
          <a:blip r:embed="rId3"/>
          <a:stretch>
            <a:fillRect/>
          </a:stretch>
        </p:blipFill>
        <p:spPr>
          <a:xfrm>
            <a:off x="5322563" y="4769643"/>
            <a:ext cx="13738873" cy="4176713"/>
          </a:xfrm>
          <a:prstGeom prst="rect">
            <a:avLst/>
          </a:prstGeom>
        </p:spPr>
      </p:pic>
    </p:spTree>
    <p:extLst>
      <p:ext uri="{BB962C8B-B14F-4D97-AF65-F5344CB8AC3E}">
        <p14:creationId xmlns:p14="http://schemas.microsoft.com/office/powerpoint/2010/main" val="104646640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60D6-4E06-D8B2-D67E-FA869ACDA22F}"/>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5EF334EA-88B2-F5B4-F116-28391264D0D1}"/>
              </a:ext>
            </a:extLst>
          </p:cNvPr>
          <p:cNvSpPr txBox="1"/>
          <p:nvPr/>
        </p:nvSpPr>
        <p:spPr>
          <a:xfrm>
            <a:off x="2537476" y="2802028"/>
            <a:ext cx="9654524" cy="6982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b="0"/>
              <a:t>¿Cómo funciona la arquitectura sin servidor?</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856FF1EE-1A26-07F0-7BEF-D4F5DE368647}"/>
              </a:ext>
            </a:extLst>
          </p:cNvPr>
          <p:cNvSpPr txBox="1"/>
          <p:nvPr/>
        </p:nvSpPr>
        <p:spPr>
          <a:xfrm>
            <a:off x="3158530" y="3971066"/>
            <a:ext cx="18066940" cy="83311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b="1"/>
              <a:t>Funciones</a:t>
            </a:r>
          </a:p>
          <a:p>
            <a:pPr algn="just"/>
            <a:endParaRPr lang="es-CO" sz="2800"/>
          </a:p>
          <a:p>
            <a:pPr algn="just"/>
            <a:r>
              <a:rPr lang="es-CO" sz="2800"/>
              <a:t>Las funciones son unidades de código pequeñas y discretas que realizan una sola tarea. Una función requiere recursos informáticos como la CPU y la memoria para ejecutarse. El proveedor de servicios en la nube asigna estos recursos solo cuando es necesario. Crea un entorno temporal para que se ejecute la función sin servidor.</a:t>
            </a:r>
          </a:p>
          <a:p>
            <a:pPr algn="just"/>
            <a:endParaRPr lang="es-CO" sz="2800"/>
          </a:p>
          <a:p>
            <a:pPr algn="just"/>
            <a:r>
              <a:rPr lang="es-CO" sz="2800"/>
              <a:t>Ciertos eventos pueden activar la unidad de código o hacer que se ejecute. Por ejemplo, un evento podría ejecutarse si un usuario selecciona un botón en una aplicación. La solicitud activaría una función que lee la base de datos y devuelve la información relevante al usuario.</a:t>
            </a:r>
          </a:p>
          <a:p>
            <a:pPr algn="just"/>
            <a:endParaRPr lang="es-CO" sz="2800"/>
          </a:p>
          <a:p>
            <a:pPr algn="just"/>
            <a:r>
              <a:rPr lang="es-CO" sz="2800" b="1"/>
              <a:t>Escalado de solicitudes</a:t>
            </a:r>
          </a:p>
          <a:p>
            <a:pPr algn="just"/>
            <a:endParaRPr lang="es-CO" sz="2800"/>
          </a:p>
          <a:p>
            <a:pPr algn="just"/>
            <a:r>
              <a:rPr lang="es-CO" sz="2800"/>
              <a:t>Cuantas más solicitudes reciba una función, más recursos necesitará para ejecutarse. La plataforma sin servidor monitorea la carga y sigue asignando los recursos de la nube a una escala casi infinita. De este modo, una sola función sin servidor puede gestionar una o un millón de solicitudes sin cambios en el código.</a:t>
            </a:r>
          </a:p>
          <a:p>
            <a:pPr algn="just"/>
            <a:endParaRPr lang="es-CO" sz="2800"/>
          </a:p>
          <a:p>
            <a:pPr algn="just"/>
            <a:r>
              <a:rPr lang="es-CO" sz="2800"/>
              <a:t>Una vez que una función deja de recibir solicitudes, el proveedor de servicios en la nube desactiva la infraestructura asociada para ahorrar costes. Asigna recursos solo cuando es necesario. Si no se usa, el entorno puede reducirse a cero.</a:t>
            </a:r>
          </a:p>
        </p:txBody>
      </p:sp>
    </p:spTree>
    <p:extLst>
      <p:ext uri="{BB962C8B-B14F-4D97-AF65-F5344CB8AC3E}">
        <p14:creationId xmlns:p14="http://schemas.microsoft.com/office/powerpoint/2010/main" val="167128175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2435D-E253-8C47-2B8A-55BF7B0D6D10}"/>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AC30A412-BE57-CD11-89B2-3E9B9BA6D127}"/>
              </a:ext>
            </a:extLst>
          </p:cNvPr>
          <p:cNvSpPr txBox="1"/>
          <p:nvPr/>
        </p:nvSpPr>
        <p:spPr>
          <a:xfrm>
            <a:off x="2537476" y="1893074"/>
            <a:ext cx="14450362"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lvl1pPr algn="l">
              <a:defRPr sz="3600" b="1">
                <a:solidFill>
                  <a:srgbClr val="00A3BF"/>
                </a:solidFill>
              </a:defRPr>
            </a:lvl1pPr>
          </a:lstStyle>
          <a:p>
            <a:r>
              <a:rPr lang="es-CO" sz="3200" noProof="0">
                <a:latin typeface="Helvetica Light"/>
              </a:rPr>
              <a:t>¿Cuáles son los tipos de arquitectura sin servidor?</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F9AB50E2-6FB2-26A4-27C4-256832BE9EB0}"/>
              </a:ext>
            </a:extLst>
          </p:cNvPr>
          <p:cNvSpPr txBox="1"/>
          <p:nvPr/>
        </p:nvSpPr>
        <p:spPr>
          <a:xfrm>
            <a:off x="3158530" y="3076123"/>
            <a:ext cx="18066940" cy="18678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a:t>En la arquitectura sin servidor, el proveedor de servicios en la nube administra varias tareas de </a:t>
            </a:r>
            <a:r>
              <a:rPr lang="es-CO" sz="2800" err="1"/>
              <a:t>backend</a:t>
            </a:r>
            <a:r>
              <a:rPr lang="es-CO" sz="2800"/>
              <a:t> pequeñas y grandes para la aplicación. Puede implementar código personalizado; el proveedor de servicios en la nube asignará recursos de forma dinámica cada vez que se ejecute el código. La plataforma en la nube también puede proporcionar una funcionalidad de </a:t>
            </a:r>
            <a:r>
              <a:rPr lang="es-CO" sz="2800" err="1"/>
              <a:t>backend</a:t>
            </a:r>
            <a:r>
              <a:rPr lang="es-CO" sz="2800"/>
              <a:t> que puede usar directamente sin escribir código desde cero.</a:t>
            </a:r>
          </a:p>
        </p:txBody>
      </p:sp>
      <p:sp>
        <p:nvSpPr>
          <p:cNvPr id="2" name="¿Cómo formarse para ser desarrollador de aplicaciones móviles?">
            <a:extLst>
              <a:ext uri="{FF2B5EF4-FFF2-40B4-BE49-F238E27FC236}">
                <a16:creationId xmlns:a16="http://schemas.microsoft.com/office/drawing/2014/main" id="{26ADDAF9-FB11-691F-08C1-5491419881C6}"/>
              </a:ext>
            </a:extLst>
          </p:cNvPr>
          <p:cNvSpPr txBox="1"/>
          <p:nvPr/>
        </p:nvSpPr>
        <p:spPr>
          <a:xfrm>
            <a:off x="2537476" y="5617349"/>
            <a:ext cx="14450362"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lvl1pPr algn="l">
              <a:defRPr sz="3600" b="1">
                <a:solidFill>
                  <a:srgbClr val="00A3BF"/>
                </a:solidFill>
              </a:defRPr>
            </a:lvl1pPr>
          </a:lstStyle>
          <a:p>
            <a:r>
              <a:rPr lang="es-CO" sz="3200" noProof="0">
                <a:latin typeface="Helvetica Light"/>
              </a:rPr>
              <a:t>Función como servicios (FaaS)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AA3F3D87-BBEC-D6E8-6FA6-9ABFD4E1DBF6}"/>
              </a:ext>
            </a:extLst>
          </p:cNvPr>
          <p:cNvSpPr txBox="1"/>
          <p:nvPr/>
        </p:nvSpPr>
        <p:spPr>
          <a:xfrm>
            <a:off x="3158530" y="7984155"/>
            <a:ext cx="18066940" cy="3591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a:t>La función como servicio (FaaS) es una arquitectura sin servidor que los desarrolladores pueden usar para escribir funciones de </a:t>
            </a:r>
            <a:r>
              <a:rPr lang="es-CO" sz="2800" err="1"/>
              <a:t>backend</a:t>
            </a:r>
            <a:r>
              <a:rPr lang="es-CO" sz="2800"/>
              <a:t> personalizadas e implementar el código de la función directamente en la infraestructura de la nube. </a:t>
            </a:r>
          </a:p>
          <a:p>
            <a:pPr algn="just"/>
            <a:endParaRPr lang="es-CO" sz="2800"/>
          </a:p>
          <a:p>
            <a:pPr algn="just"/>
            <a:r>
              <a:rPr lang="es-CO" sz="2800"/>
              <a:t>Cuando se llama a una función, el proveedor de servicios en la nube ejecuta la función en un servidor activo existente o activa un nuevo servidor si es necesario. Estas funciones se denominan funciones sin servidor porque su proceso de ejecución se abstrae de los desarrolladores. Los desarrolladores pueden escribir e implementar código sin preocuparse por cómo y dónde se ejecuta.</a:t>
            </a:r>
          </a:p>
        </p:txBody>
      </p:sp>
    </p:spTree>
    <p:extLst>
      <p:ext uri="{BB962C8B-B14F-4D97-AF65-F5344CB8AC3E}">
        <p14:creationId xmlns:p14="http://schemas.microsoft.com/office/powerpoint/2010/main" val="286190115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B6B7-A722-7C62-A7C8-B4C7C81B31AC}"/>
            </a:ext>
          </a:extLst>
        </p:cNvPr>
        <p:cNvGrpSpPr/>
        <p:nvPr/>
      </p:nvGrpSpPr>
      <p:grpSpPr>
        <a:xfrm>
          <a:off x="0" y="0"/>
          <a:ext cx="0" cy="0"/>
          <a:chOff x="0" y="0"/>
          <a:chExt cx="0" cy="0"/>
        </a:xfrm>
      </p:grpSpPr>
      <p:sp>
        <p:nvSpPr>
          <p:cNvPr id="200" name="¿Cómo formarse para ser desarrollador de aplicaciones móviles?">
            <a:extLst>
              <a:ext uri="{FF2B5EF4-FFF2-40B4-BE49-F238E27FC236}">
                <a16:creationId xmlns:a16="http://schemas.microsoft.com/office/drawing/2014/main" id="{5F366EC2-2C1C-4C92-02D3-ACA60230B787}"/>
              </a:ext>
            </a:extLst>
          </p:cNvPr>
          <p:cNvSpPr txBox="1"/>
          <p:nvPr/>
        </p:nvSpPr>
        <p:spPr>
          <a:xfrm>
            <a:off x="2537476" y="1893074"/>
            <a:ext cx="14450362"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lvl1pPr algn="l">
              <a:defRPr sz="3600" b="1">
                <a:solidFill>
                  <a:srgbClr val="00A3BF"/>
                </a:solidFill>
              </a:defRPr>
            </a:lvl1pPr>
          </a:lstStyle>
          <a:p>
            <a:r>
              <a:rPr lang="es-CO" sz="3200" noProof="0">
                <a:latin typeface="Helvetica Light"/>
              </a:rPr>
              <a:t>¿Cuáles son los tipos de arquitectura sin servidor?</a:t>
            </a:r>
          </a:p>
        </p:txBody>
      </p:sp>
      <p:sp>
        <p:nvSpPr>
          <p:cNvPr id="3" name="En los últimos años se viene detectando de que la interacción de las entidades con sus usuarios ya no pasa necesariamente por una web.…">
            <a:extLst>
              <a:ext uri="{FF2B5EF4-FFF2-40B4-BE49-F238E27FC236}">
                <a16:creationId xmlns:a16="http://schemas.microsoft.com/office/drawing/2014/main" id="{3BFA9081-FA2C-E86B-FB6A-D4E6CCFB1359}"/>
              </a:ext>
            </a:extLst>
          </p:cNvPr>
          <p:cNvSpPr txBox="1"/>
          <p:nvPr/>
        </p:nvSpPr>
        <p:spPr>
          <a:xfrm>
            <a:off x="3158530" y="3076123"/>
            <a:ext cx="18066940" cy="186781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En la arquitectura sin servidor, el proveedor de servicios en la nube administra varias tareas de </a:t>
            </a:r>
            <a:r>
              <a:rPr lang="es-CO" sz="2800" err="1"/>
              <a:t>backend</a:t>
            </a:r>
            <a:r>
              <a:rPr lang="es-CO" sz="2800"/>
              <a:t> pequeñas y grandes para la aplicación. Puede implementar código personalizado; el proveedor de servicios en la nube asignará recursos de forma dinámica cada vez que se ejecute el código. La plataforma en la nube también puede proporcionar una funcionalidad de </a:t>
            </a:r>
            <a:r>
              <a:rPr lang="es-CO" sz="2800" err="1"/>
              <a:t>backend</a:t>
            </a:r>
            <a:r>
              <a:rPr lang="es-CO" sz="2800"/>
              <a:t> que puede usar directamente sin escribir código desde cero.</a:t>
            </a:r>
          </a:p>
        </p:txBody>
      </p:sp>
      <p:sp>
        <p:nvSpPr>
          <p:cNvPr id="2" name="¿Cómo formarse para ser desarrollador de aplicaciones móviles?">
            <a:extLst>
              <a:ext uri="{FF2B5EF4-FFF2-40B4-BE49-F238E27FC236}">
                <a16:creationId xmlns:a16="http://schemas.microsoft.com/office/drawing/2014/main" id="{988807FF-A608-7381-7F04-AE854AEE3FD6}"/>
              </a:ext>
            </a:extLst>
          </p:cNvPr>
          <p:cNvSpPr txBox="1"/>
          <p:nvPr/>
        </p:nvSpPr>
        <p:spPr>
          <a:xfrm>
            <a:off x="2537476" y="5617349"/>
            <a:ext cx="14450362"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lvl1pPr algn="l">
              <a:defRPr sz="3600" b="1">
                <a:solidFill>
                  <a:srgbClr val="00A3BF"/>
                </a:solidFill>
              </a:defRPr>
            </a:lvl1pPr>
          </a:lstStyle>
          <a:p>
            <a:r>
              <a:rPr lang="es-CO" sz="3200" noProof="0" err="1">
                <a:latin typeface="Helvetica Light"/>
              </a:rPr>
              <a:t>Backend</a:t>
            </a:r>
            <a:r>
              <a:rPr lang="es-CO" sz="3200" noProof="0">
                <a:latin typeface="Helvetica Light"/>
              </a:rPr>
              <a:t> como servicio (BaaS)</a:t>
            </a: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2CA48188-4425-C783-4494-631C250D537E}"/>
              </a:ext>
            </a:extLst>
          </p:cNvPr>
          <p:cNvSpPr txBox="1"/>
          <p:nvPr/>
        </p:nvSpPr>
        <p:spPr>
          <a:xfrm>
            <a:off x="3158530" y="7984155"/>
            <a:ext cx="18066940" cy="359136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El </a:t>
            </a:r>
            <a:r>
              <a:rPr lang="es-CO" sz="2800" err="1"/>
              <a:t>backend</a:t>
            </a:r>
            <a:r>
              <a:rPr lang="es-CO" sz="2800"/>
              <a:t> como servicio (BaaS) brinda a los desarrolladores acceso a las funciones del </a:t>
            </a:r>
            <a:r>
              <a:rPr lang="es-CO" sz="2800" err="1"/>
              <a:t>backend</a:t>
            </a:r>
            <a:r>
              <a:rPr lang="es-CO" sz="2800"/>
              <a:t> mediante una API. Las API son mecanismos que permiten a dos componentes de software comunicarse entre sí mediante un conjunto de definiciones y protocolos.</a:t>
            </a:r>
          </a:p>
          <a:p>
            <a:pPr algn="just"/>
            <a:endParaRPr lang="es-CO" sz="2800"/>
          </a:p>
          <a:p>
            <a:pPr algn="just"/>
            <a:r>
              <a:rPr lang="es-CO" sz="2800"/>
              <a:t>En el entorno sin servidor, los proveedores de servicios en la nube brindan acceso basado en API a bases de datos adicionales de cifrado, autenticación y acceso a la nube. También pueden proporcionar acceso a otros servicios y aplicaciones de terceros. Estas funciones sin servidor vienen </a:t>
            </a:r>
            <a:r>
              <a:rPr lang="es-CO" sz="2800" err="1"/>
              <a:t>preescritas</a:t>
            </a:r>
            <a:r>
              <a:rPr lang="es-CO" sz="2800"/>
              <a:t> y se pueden llamar directamente en el código.</a:t>
            </a:r>
          </a:p>
        </p:txBody>
      </p:sp>
    </p:spTree>
    <p:extLst>
      <p:ext uri="{BB962C8B-B14F-4D97-AF65-F5344CB8AC3E}">
        <p14:creationId xmlns:p14="http://schemas.microsoft.com/office/powerpoint/2010/main" val="320525371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D8DC8-EB1E-2129-D72A-E7EBECDBB13C}"/>
            </a:ext>
          </a:extLst>
        </p:cNvPr>
        <p:cNvGrpSpPr/>
        <p:nvPr/>
      </p:nvGrpSpPr>
      <p:grpSpPr>
        <a:xfrm>
          <a:off x="0" y="0"/>
          <a:ext cx="0" cy="0"/>
          <a:chOff x="0" y="0"/>
          <a:chExt cx="0" cy="0"/>
        </a:xfrm>
      </p:grpSpPr>
      <p:pic>
        <p:nvPicPr>
          <p:cNvPr id="3" name="Graphic 2" descr="Beneficios de la informática sin servidor">
            <a:extLst>
              <a:ext uri="{FF2B5EF4-FFF2-40B4-BE49-F238E27FC236}">
                <a16:creationId xmlns:a16="http://schemas.microsoft.com/office/drawing/2014/main" id="{E7DA520D-2DB7-463A-7AFB-7027EFFBDF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9060" y="3240881"/>
            <a:ext cx="13685880" cy="7234238"/>
          </a:xfrm>
          <a:prstGeom prst="rect">
            <a:avLst/>
          </a:prstGeom>
        </p:spPr>
      </p:pic>
    </p:spTree>
    <p:extLst>
      <p:ext uri="{BB962C8B-B14F-4D97-AF65-F5344CB8AC3E}">
        <p14:creationId xmlns:p14="http://schemas.microsoft.com/office/powerpoint/2010/main" val="397827849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8E019-EDB6-47C9-C3E4-541C8D737597}"/>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DD586FD4-F7CB-8619-8B05-600550B248D5}"/>
              </a:ext>
            </a:extLst>
          </p:cNvPr>
          <p:cNvSpPr txBox="1"/>
          <p:nvPr/>
        </p:nvSpPr>
        <p:spPr>
          <a:xfrm>
            <a:off x="2537476" y="2832805"/>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Azure </a:t>
            </a:r>
            <a:r>
              <a:rPr lang="es-CO" sz="3200" noProof="0" err="1">
                <a:latin typeface="Helvetica Light"/>
              </a:rPr>
              <a:t>Functions</a:t>
            </a:r>
            <a:endParaRPr lang="es-CO" sz="3200" u="sng" noProof="0">
              <a:latin typeface="Helvetica Light"/>
            </a:endParaRP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32125213-C001-F286-CA0B-DD9FB7A47912}"/>
              </a:ext>
            </a:extLst>
          </p:cNvPr>
          <p:cNvSpPr txBox="1"/>
          <p:nvPr/>
        </p:nvSpPr>
        <p:spPr>
          <a:xfrm>
            <a:off x="3158530" y="3697526"/>
            <a:ext cx="18066940" cy="316047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Azure </a:t>
            </a:r>
            <a:r>
              <a:rPr lang="es-CO" sz="2800" err="1"/>
              <a:t>Functions</a:t>
            </a:r>
            <a:r>
              <a:rPr lang="es-CO" sz="2800"/>
              <a:t> es una opción de proceso sin servidor controlada por eventos que no necesita el mantenimiento de máquinas virtuales ni contenedores. </a:t>
            </a:r>
          </a:p>
          <a:p>
            <a:pPr algn="just"/>
            <a:endParaRPr lang="es-CO" sz="2800"/>
          </a:p>
          <a:p>
            <a:pPr algn="just"/>
            <a:r>
              <a:rPr lang="es-CO" sz="2800"/>
              <a:t>Si compila una aplicación mediante máquinas virtuales o contenedores, esos recursos deben "ejecutarse" para que la aplicación funcione. Con Azure </a:t>
            </a:r>
            <a:r>
              <a:rPr lang="es-CO" sz="2800" err="1"/>
              <a:t>Functions</a:t>
            </a:r>
            <a:r>
              <a:rPr lang="es-CO" sz="2800"/>
              <a:t>, un evento activa la función, lo que reduce la necesidad de mantener los recursos aprovisionados cuando no hay ningún evento.</a:t>
            </a:r>
          </a:p>
          <a:p>
            <a:pPr algn="just"/>
            <a:r>
              <a:rPr lang="es-CO" sz="2800"/>
              <a:t>  </a:t>
            </a:r>
          </a:p>
        </p:txBody>
      </p:sp>
      <p:pic>
        <p:nvPicPr>
          <p:cNvPr id="3" name="Picture 2" descr="Diagrama que muestra desencadenadores de eventos que activan el runtime de la función, que enruta los resultados a salidas como API, almacenamiento y eventos.">
            <a:extLst>
              <a:ext uri="{FF2B5EF4-FFF2-40B4-BE49-F238E27FC236}">
                <a16:creationId xmlns:a16="http://schemas.microsoft.com/office/drawing/2014/main" id="{B0F50491-8092-A84C-3870-E1593DE28B0B}"/>
              </a:ext>
            </a:extLst>
          </p:cNvPr>
          <p:cNvPicPr>
            <a:picLocks noChangeAspect="1"/>
          </p:cNvPicPr>
          <p:nvPr/>
        </p:nvPicPr>
        <p:blipFill>
          <a:blip r:embed="rId3"/>
          <a:stretch>
            <a:fillRect/>
          </a:stretch>
        </p:blipFill>
        <p:spPr>
          <a:xfrm>
            <a:off x="7049440" y="6858000"/>
            <a:ext cx="10285120" cy="6303783"/>
          </a:xfrm>
          <a:prstGeom prst="rect">
            <a:avLst/>
          </a:prstGeom>
        </p:spPr>
      </p:pic>
    </p:spTree>
    <p:extLst>
      <p:ext uri="{BB962C8B-B14F-4D97-AF65-F5344CB8AC3E}">
        <p14:creationId xmlns:p14="http://schemas.microsoft.com/office/powerpoint/2010/main" val="408915109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34016-3B04-77DE-0F94-67B9C069E7FC}"/>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F6F0C5A7-46F3-F09A-DF09-5BFE4B1D4688}"/>
              </a:ext>
            </a:extLst>
          </p:cNvPr>
          <p:cNvSpPr txBox="1"/>
          <p:nvPr/>
        </p:nvSpPr>
        <p:spPr>
          <a:xfrm>
            <a:off x="2537476" y="2832805"/>
            <a:ext cx="9654524"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Azure </a:t>
            </a:r>
            <a:r>
              <a:rPr lang="es-CO" sz="3200" noProof="0" err="1">
                <a:latin typeface="Helvetica Light"/>
              </a:rPr>
              <a:t>Functions</a:t>
            </a:r>
            <a:endParaRPr lang="es-CO" sz="3200" u="sng" noProof="0">
              <a:latin typeface="Helvetica Light"/>
            </a:endParaRP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8934F17E-ABAC-F697-6DC2-0AE0DFA0D3A1}"/>
              </a:ext>
            </a:extLst>
          </p:cNvPr>
          <p:cNvSpPr txBox="1"/>
          <p:nvPr/>
        </p:nvSpPr>
        <p:spPr>
          <a:xfrm>
            <a:off x="3158530" y="4631432"/>
            <a:ext cx="18066940" cy="44531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4" tIns="71434" rIns="71434" bIns="71434" anchor="ctr">
            <a:spAutoFit/>
          </a:bodyPr>
          <a:lstStyle/>
          <a:p>
            <a:pPr algn="just"/>
            <a:r>
              <a:rPr lang="es-CO" sz="2800"/>
              <a:t>El uso de Azure </a:t>
            </a:r>
            <a:r>
              <a:rPr lang="es-CO" sz="2800" err="1"/>
              <a:t>Functions</a:t>
            </a:r>
            <a:r>
              <a:rPr lang="es-CO" sz="2800"/>
              <a:t> es idóneo si solo nos interesa el código que ejecuta el servicio y no la infraestructura o la plataforma subyacente. Las funciones se usan normalmente cuando se debe realizar un trabajo en respuesta a un evento (a menudo a través de una solicitud REST), un temporizador o un mensaje de otro servicio de Azure, y cuando ese trabajo puede completarse rápidamente, en segundos o en menos tiempo.</a:t>
            </a:r>
          </a:p>
          <a:p>
            <a:pPr algn="just"/>
            <a:endParaRPr lang="es-CO" sz="2800"/>
          </a:p>
          <a:p>
            <a:pPr algn="just"/>
            <a:r>
              <a:rPr lang="es-CO" sz="2800" err="1"/>
              <a:t>Functions</a:t>
            </a:r>
            <a:r>
              <a:rPr lang="es-CO" sz="2800"/>
              <a:t> se escala automáticamente según la demanda, por lo que es una opción correcta cuando la demanda es variable.</a:t>
            </a:r>
          </a:p>
          <a:p>
            <a:pPr algn="just"/>
            <a:endParaRPr lang="es-CO" sz="2800"/>
          </a:p>
          <a:p>
            <a:pPr algn="just"/>
            <a:r>
              <a:rPr lang="es-CO" sz="2800"/>
              <a:t>Azure </a:t>
            </a:r>
            <a:r>
              <a:rPr lang="es-CO" sz="2800" err="1"/>
              <a:t>Functions</a:t>
            </a:r>
            <a:r>
              <a:rPr lang="es-CO" sz="2800"/>
              <a:t> ejecuta el código cuando se desencadena y desasigna automáticamente los recursos cuando finaliza la función. En este modelo, Azure solo cobra por el tiempo de CPU usado mientras se ejecuta la función.</a:t>
            </a:r>
          </a:p>
        </p:txBody>
      </p:sp>
    </p:spTree>
    <p:extLst>
      <p:ext uri="{BB962C8B-B14F-4D97-AF65-F5344CB8AC3E}">
        <p14:creationId xmlns:p14="http://schemas.microsoft.com/office/powerpoint/2010/main" val="358448257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A618F-F440-B4E0-FB28-D0286EB494FC}"/>
            </a:ext>
          </a:extLst>
        </p:cNvPr>
        <p:cNvGrpSpPr/>
        <p:nvPr/>
      </p:nvGrpSpPr>
      <p:grpSpPr>
        <a:xfrm>
          <a:off x="0" y="0"/>
          <a:ext cx="0" cy="0"/>
          <a:chOff x="0" y="0"/>
          <a:chExt cx="0" cy="0"/>
        </a:xfrm>
      </p:grpSpPr>
      <p:pic>
        <p:nvPicPr>
          <p:cNvPr id="2" name="Picture 1" descr="Diagrama que muestra cómo las ejecuciones sin servidor se ajustan según los eventos y solo facturan durante su ejecución.">
            <a:extLst>
              <a:ext uri="{FF2B5EF4-FFF2-40B4-BE49-F238E27FC236}">
                <a16:creationId xmlns:a16="http://schemas.microsoft.com/office/drawing/2014/main" id="{99D4EBD3-4F21-EE58-4F7B-CC7B0D57E6D9}"/>
              </a:ext>
            </a:extLst>
          </p:cNvPr>
          <p:cNvPicPr>
            <a:picLocks noChangeAspect="1"/>
          </p:cNvPicPr>
          <p:nvPr/>
        </p:nvPicPr>
        <p:blipFill>
          <a:blip r:embed="rId2"/>
          <a:stretch>
            <a:fillRect/>
          </a:stretch>
        </p:blipFill>
        <p:spPr>
          <a:xfrm>
            <a:off x="4208421" y="1714500"/>
            <a:ext cx="15971921" cy="10287000"/>
          </a:xfrm>
          <a:prstGeom prst="rect">
            <a:avLst/>
          </a:prstGeom>
        </p:spPr>
      </p:pic>
    </p:spTree>
    <p:extLst>
      <p:ext uri="{BB962C8B-B14F-4D97-AF65-F5344CB8AC3E}">
        <p14:creationId xmlns:p14="http://schemas.microsoft.com/office/powerpoint/2010/main" val="74058625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5ACD4-F6C6-8ED7-6733-24C792AE051D}"/>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96234206-EE45-E568-41BE-7DBC7DC5EEA5}"/>
              </a:ext>
            </a:extLst>
          </p:cNvPr>
          <p:cNvSpPr txBox="1"/>
          <p:nvPr/>
        </p:nvSpPr>
        <p:spPr>
          <a:xfrm>
            <a:off x="2537476" y="2832805"/>
            <a:ext cx="9654524" cy="6367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Azure </a:t>
            </a:r>
            <a:r>
              <a:rPr lang="es-CO" sz="3200" noProof="0" err="1">
                <a:latin typeface="Helvetica Light"/>
              </a:rPr>
              <a:t>Functions</a:t>
            </a:r>
            <a:endParaRPr lang="es-CO" sz="3200" u="sng" noProof="0">
              <a:latin typeface="Helvetica Light"/>
            </a:endParaRPr>
          </a:p>
        </p:txBody>
      </p:sp>
      <p:sp>
        <p:nvSpPr>
          <p:cNvPr id="4" name="En los últimos años se viene detectando de que la interacción de las entidades con sus usuarios ya no pasa necesariamente por una web.…">
            <a:extLst>
              <a:ext uri="{FF2B5EF4-FFF2-40B4-BE49-F238E27FC236}">
                <a16:creationId xmlns:a16="http://schemas.microsoft.com/office/drawing/2014/main" id="{A4F4EBDA-9010-B4BF-5F31-BFD3870081AD}"/>
              </a:ext>
            </a:extLst>
          </p:cNvPr>
          <p:cNvSpPr txBox="1"/>
          <p:nvPr/>
        </p:nvSpPr>
        <p:spPr>
          <a:xfrm>
            <a:off x="3158530" y="5062319"/>
            <a:ext cx="18066940" cy="359136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1434" tIns="71434" rIns="71434" bIns="71434" anchor="ctr">
            <a:spAutoFit/>
          </a:bodyPr>
          <a:lstStyle/>
          <a:p>
            <a:pPr algn="just"/>
            <a:r>
              <a:rPr lang="es-CO" sz="2800"/>
              <a:t>Las funciones pueden ser sin estado o con estado. Cuando no tienen estado (el valor predeterminado), se comportan como si se reiniciaran cada vez que respondan a un evento. Cuando son con estado (denominado Durable </a:t>
            </a:r>
            <a:r>
              <a:rPr lang="es-CO" sz="2800" err="1"/>
              <a:t>Functions</a:t>
            </a:r>
            <a:r>
              <a:rPr lang="es-CO" sz="2800"/>
              <a:t>), el entorno de ejecución pasa un contexto a través de la función para realizar el seguimiento antes de la actividad.</a:t>
            </a:r>
          </a:p>
          <a:p>
            <a:pPr algn="just"/>
            <a:endParaRPr lang="es-CO" sz="2800"/>
          </a:p>
          <a:p>
            <a:pPr algn="just"/>
            <a:r>
              <a:rPr lang="es-CO" sz="2800"/>
              <a:t>Las funciones son un componente clave de la informática sin servidor. También son una plataforma de proceso general para ejecutar cualquier tipo de código. Si las necesidades de la aplicación cambian, puede implementar el proyecto en un entorno que no sea sin servidor.</a:t>
            </a:r>
          </a:p>
        </p:txBody>
      </p:sp>
    </p:spTree>
    <p:extLst>
      <p:ext uri="{BB962C8B-B14F-4D97-AF65-F5344CB8AC3E}">
        <p14:creationId xmlns:p14="http://schemas.microsoft.com/office/powerpoint/2010/main" val="285291375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891CF-C13D-F9BA-F863-C20942D9F74A}"/>
            </a:ext>
          </a:extLst>
        </p:cNvPr>
        <p:cNvGrpSpPr/>
        <p:nvPr/>
      </p:nvGrpSpPr>
      <p:grpSpPr>
        <a:xfrm>
          <a:off x="0" y="0"/>
          <a:ext cx="0" cy="0"/>
          <a:chOff x="0" y="0"/>
          <a:chExt cx="0" cy="0"/>
        </a:xfrm>
      </p:grpSpPr>
      <p:sp>
        <p:nvSpPr>
          <p:cNvPr id="2" name="¿Cómo formarse para ser desarrollador de aplicaciones móviles?">
            <a:extLst>
              <a:ext uri="{FF2B5EF4-FFF2-40B4-BE49-F238E27FC236}">
                <a16:creationId xmlns:a16="http://schemas.microsoft.com/office/drawing/2014/main" id="{27895131-BBD3-EA51-44AA-175D6CF2CD58}"/>
              </a:ext>
            </a:extLst>
          </p:cNvPr>
          <p:cNvSpPr txBox="1"/>
          <p:nvPr/>
        </p:nvSpPr>
        <p:spPr>
          <a:xfrm>
            <a:off x="2537476" y="2832805"/>
            <a:ext cx="9654524" cy="6367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1434" tIns="71434" rIns="71434" bIns="71434" anchor="ctr">
            <a:spAutoFit/>
          </a:bodyPr>
          <a:lstStyle>
            <a:lvl1pPr algn="l">
              <a:defRPr sz="3600" b="1">
                <a:solidFill>
                  <a:srgbClr val="00A3BF"/>
                </a:solidFill>
              </a:defRPr>
            </a:lvl1pPr>
          </a:lstStyle>
          <a:p>
            <a:r>
              <a:rPr lang="es-CO" sz="3200" noProof="0">
                <a:latin typeface="Helvetica Light"/>
              </a:rPr>
              <a:t>Azure </a:t>
            </a:r>
            <a:r>
              <a:rPr lang="es-CO" sz="3200" noProof="0" err="1">
                <a:latin typeface="Helvetica Light"/>
              </a:rPr>
              <a:t>Functions</a:t>
            </a:r>
            <a:r>
              <a:rPr lang="es-CO" sz="3200" noProof="0">
                <a:latin typeface="Helvetica Light"/>
              </a:rPr>
              <a:t> vs </a:t>
            </a:r>
            <a:r>
              <a:rPr lang="es-CO" sz="3200" noProof="0" err="1">
                <a:latin typeface="Helvetica Light"/>
              </a:rPr>
              <a:t>VMs</a:t>
            </a:r>
            <a:r>
              <a:rPr lang="es-CO" sz="3200">
                <a:latin typeface="Helvetica Light"/>
              </a:rPr>
              <a:t>/App Service</a:t>
            </a:r>
            <a:endParaRPr lang="es-CO" sz="3200" u="sng" noProof="0">
              <a:latin typeface="Helvetica Light"/>
            </a:endParaRPr>
          </a:p>
        </p:txBody>
      </p:sp>
      <p:graphicFrame>
        <p:nvGraphicFramePr>
          <p:cNvPr id="3" name="Table 2">
            <a:extLst>
              <a:ext uri="{FF2B5EF4-FFF2-40B4-BE49-F238E27FC236}">
                <a16:creationId xmlns:a16="http://schemas.microsoft.com/office/drawing/2014/main" id="{6EDF9445-A3CB-120F-C47D-D7BC5BC5C07C}"/>
              </a:ext>
            </a:extLst>
          </p:cNvPr>
          <p:cNvGraphicFramePr>
            <a:graphicFrameLocks noGrp="1"/>
          </p:cNvGraphicFramePr>
          <p:nvPr>
            <p:extLst>
              <p:ext uri="{D42A27DB-BD31-4B8C-83A1-F6EECF244321}">
                <p14:modId xmlns:p14="http://schemas.microsoft.com/office/powerpoint/2010/main" val="1776379059"/>
              </p:ext>
            </p:extLst>
          </p:nvPr>
        </p:nvGraphicFramePr>
        <p:xfrm>
          <a:off x="4030663" y="6463983"/>
          <a:ext cx="16322674" cy="3108960"/>
        </p:xfrm>
        <a:graphic>
          <a:graphicData uri="http://schemas.openxmlformats.org/drawingml/2006/table">
            <a:tbl>
              <a:tblPr>
                <a:tableStyleId>{BDBED569-4797-4DF1-A0F4-6AAB3CD982D8}</a:tableStyleId>
              </a:tblPr>
              <a:tblGrid>
                <a:gridCol w="8161337">
                  <a:extLst>
                    <a:ext uri="{9D8B030D-6E8A-4147-A177-3AD203B41FA5}">
                      <a16:colId xmlns:a16="http://schemas.microsoft.com/office/drawing/2014/main" val="3261636775"/>
                    </a:ext>
                  </a:extLst>
                </a:gridCol>
                <a:gridCol w="8161337">
                  <a:extLst>
                    <a:ext uri="{9D8B030D-6E8A-4147-A177-3AD203B41FA5}">
                      <a16:colId xmlns:a16="http://schemas.microsoft.com/office/drawing/2014/main" val="2445336466"/>
                    </a:ext>
                  </a:extLst>
                </a:gridCol>
              </a:tblGrid>
              <a:tr h="365760">
                <a:tc>
                  <a:txBody>
                    <a:bodyPr/>
                    <a:lstStyle/>
                    <a:p>
                      <a:pPr algn="ctr">
                        <a:buNone/>
                      </a:pPr>
                      <a:r>
                        <a:rPr lang="es-CO" sz="2800" b="1"/>
                        <a:t>Usar </a:t>
                      </a:r>
                      <a:r>
                        <a:rPr lang="es-CO" sz="2800" b="1" err="1"/>
                        <a:t>Functions</a:t>
                      </a:r>
                      <a:endParaRPr lang="es-CO" sz="2800" b="1"/>
                    </a:p>
                  </a:txBody>
                  <a:tcPr anchor="ctr"/>
                </a:tc>
                <a:tc>
                  <a:txBody>
                    <a:bodyPr/>
                    <a:lstStyle/>
                    <a:p>
                      <a:pPr algn="ctr">
                        <a:buNone/>
                      </a:pPr>
                      <a:r>
                        <a:rPr lang="es-CO" sz="2800" b="1"/>
                        <a:t>Usar Express + VM/App Service</a:t>
                      </a:r>
                    </a:p>
                  </a:txBody>
                  <a:tcPr anchor="ctr"/>
                </a:tc>
                <a:extLst>
                  <a:ext uri="{0D108BD9-81ED-4DB2-BD59-A6C34878D82A}">
                    <a16:rowId xmlns:a16="http://schemas.microsoft.com/office/drawing/2014/main" val="1894755704"/>
                  </a:ext>
                </a:extLst>
              </a:tr>
              <a:tr h="365760">
                <a:tc>
                  <a:txBody>
                    <a:bodyPr/>
                    <a:lstStyle/>
                    <a:p>
                      <a:pPr algn="ctr">
                        <a:buNone/>
                      </a:pPr>
                      <a:r>
                        <a:rPr lang="es-CO" sz="2800"/>
                        <a:t>Tráfico intermitente (no siempre activo)</a:t>
                      </a:r>
                    </a:p>
                  </a:txBody>
                  <a:tcPr anchor="ctr"/>
                </a:tc>
                <a:tc>
                  <a:txBody>
                    <a:bodyPr/>
                    <a:lstStyle/>
                    <a:p>
                      <a:pPr algn="ctr">
                        <a:buNone/>
                      </a:pPr>
                      <a:r>
                        <a:rPr lang="es-CO" sz="2800"/>
                        <a:t>Tráfico constante y predecible</a:t>
                      </a:r>
                    </a:p>
                  </a:txBody>
                  <a:tcPr anchor="ctr"/>
                </a:tc>
                <a:extLst>
                  <a:ext uri="{0D108BD9-81ED-4DB2-BD59-A6C34878D82A}">
                    <a16:rowId xmlns:a16="http://schemas.microsoft.com/office/drawing/2014/main" val="838722681"/>
                  </a:ext>
                </a:extLst>
              </a:tr>
              <a:tr h="365760">
                <a:tc>
                  <a:txBody>
                    <a:bodyPr/>
                    <a:lstStyle/>
                    <a:p>
                      <a:pPr algn="ctr">
                        <a:buNone/>
                      </a:pPr>
                      <a:r>
                        <a:rPr lang="es-CO" sz="2800"/>
                        <a:t>Quieres cero gestión de infraestructura</a:t>
                      </a:r>
                    </a:p>
                  </a:txBody>
                  <a:tcPr anchor="ctr"/>
                </a:tc>
                <a:tc>
                  <a:txBody>
                    <a:bodyPr/>
                    <a:lstStyle/>
                    <a:p>
                      <a:pPr algn="ctr">
                        <a:buNone/>
                      </a:pPr>
                      <a:r>
                        <a:rPr lang="es-CO" sz="2800"/>
                        <a:t>Necesitas control del entorno</a:t>
                      </a:r>
                    </a:p>
                  </a:txBody>
                  <a:tcPr anchor="ctr"/>
                </a:tc>
                <a:extLst>
                  <a:ext uri="{0D108BD9-81ED-4DB2-BD59-A6C34878D82A}">
                    <a16:rowId xmlns:a16="http://schemas.microsoft.com/office/drawing/2014/main" val="1599326467"/>
                  </a:ext>
                </a:extLst>
              </a:tr>
              <a:tr h="365760">
                <a:tc>
                  <a:txBody>
                    <a:bodyPr/>
                    <a:lstStyle/>
                    <a:p>
                      <a:pPr algn="ctr">
                        <a:buNone/>
                      </a:pPr>
                      <a:r>
                        <a:rPr lang="es-CO" sz="2800"/>
                        <a:t>El API tiene pocos endpoints</a:t>
                      </a:r>
                    </a:p>
                  </a:txBody>
                  <a:tcPr anchor="ctr"/>
                </a:tc>
                <a:tc>
                  <a:txBody>
                    <a:bodyPr/>
                    <a:lstStyle/>
                    <a:p>
                      <a:pPr algn="ctr">
                        <a:buNone/>
                      </a:pPr>
                      <a:r>
                        <a:rPr lang="es-CO" sz="2800"/>
                        <a:t>El API es grande y complejo</a:t>
                      </a:r>
                    </a:p>
                  </a:txBody>
                  <a:tcPr anchor="ctr"/>
                </a:tc>
                <a:extLst>
                  <a:ext uri="{0D108BD9-81ED-4DB2-BD59-A6C34878D82A}">
                    <a16:rowId xmlns:a16="http://schemas.microsoft.com/office/drawing/2014/main" val="1120375799"/>
                  </a:ext>
                </a:extLst>
              </a:tr>
              <a:tr h="365760">
                <a:tc>
                  <a:txBody>
                    <a:bodyPr/>
                    <a:lstStyle/>
                    <a:p>
                      <a:pPr algn="ctr">
                        <a:buNone/>
                      </a:pPr>
                      <a:r>
                        <a:rPr lang="es-CO" sz="2800"/>
                        <a:t>Cada endpoint escala independiente</a:t>
                      </a:r>
                    </a:p>
                  </a:txBody>
                  <a:tcPr anchor="ctr"/>
                </a:tc>
                <a:tc>
                  <a:txBody>
                    <a:bodyPr/>
                    <a:lstStyle/>
                    <a:p>
                      <a:pPr algn="ctr">
                        <a:buNone/>
                      </a:pPr>
                      <a:r>
                        <a:rPr lang="es-CO" sz="2800"/>
                        <a:t>La app escala como una unidad</a:t>
                      </a:r>
                    </a:p>
                  </a:txBody>
                  <a:tcPr anchor="ctr"/>
                </a:tc>
                <a:extLst>
                  <a:ext uri="{0D108BD9-81ED-4DB2-BD59-A6C34878D82A}">
                    <a16:rowId xmlns:a16="http://schemas.microsoft.com/office/drawing/2014/main" val="2038948139"/>
                  </a:ext>
                </a:extLst>
              </a:tr>
              <a:tr h="365760">
                <a:tc>
                  <a:txBody>
                    <a:bodyPr/>
                    <a:lstStyle/>
                    <a:p>
                      <a:pPr algn="ctr">
                        <a:buNone/>
                      </a:pPr>
                      <a:r>
                        <a:rPr lang="es-CO" sz="2800"/>
                        <a:t>Pago por llamada</a:t>
                      </a:r>
                    </a:p>
                  </a:txBody>
                  <a:tcPr anchor="ctr"/>
                </a:tc>
                <a:tc>
                  <a:txBody>
                    <a:bodyPr/>
                    <a:lstStyle/>
                    <a:p>
                      <a:pPr algn="ctr">
                        <a:buNone/>
                      </a:pPr>
                      <a:r>
                        <a:rPr lang="es-CO" sz="2800"/>
                        <a:t>Presupuesto fijo mensual</a:t>
                      </a:r>
                    </a:p>
                  </a:txBody>
                  <a:tcPr anchor="ctr"/>
                </a:tc>
                <a:extLst>
                  <a:ext uri="{0D108BD9-81ED-4DB2-BD59-A6C34878D82A}">
                    <a16:rowId xmlns:a16="http://schemas.microsoft.com/office/drawing/2014/main" val="2679300706"/>
                  </a:ext>
                </a:extLst>
              </a:tr>
            </a:tbl>
          </a:graphicData>
        </a:graphic>
      </p:graphicFrame>
      <p:sp>
        <p:nvSpPr>
          <p:cNvPr id="6" name="TextBox 5">
            <a:extLst>
              <a:ext uri="{FF2B5EF4-FFF2-40B4-BE49-F238E27FC236}">
                <a16:creationId xmlns:a16="http://schemas.microsoft.com/office/drawing/2014/main" id="{2486DC94-47B3-6A32-1129-124F970B6FD6}"/>
              </a:ext>
            </a:extLst>
          </p:cNvPr>
          <p:cNvSpPr txBox="1"/>
          <p:nvPr/>
        </p:nvSpPr>
        <p:spPr>
          <a:xfrm>
            <a:off x="6097191" y="5356682"/>
            <a:ext cx="1219438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rtl="0">
              <a:buNone/>
            </a:pPr>
            <a:r>
              <a:rPr lang="es-CO" sz="2800" b="1"/>
              <a:t>Cuándo tiene sentido vs cuándo no</a:t>
            </a:r>
          </a:p>
        </p:txBody>
      </p:sp>
    </p:spTree>
    <p:extLst>
      <p:ext uri="{BB962C8B-B14F-4D97-AF65-F5344CB8AC3E}">
        <p14:creationId xmlns:p14="http://schemas.microsoft.com/office/powerpoint/2010/main" val="3548279281"/>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4" tIns="71434" rIns="71434" bIns="71434"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B359A176E8B9854AA3D01AE34ED232F3" ma:contentTypeVersion="10" ma:contentTypeDescription="Crear nuevo documento." ma:contentTypeScope="" ma:versionID="3925640f1aa2cf9dfb10aadb476aad26">
  <xsd:schema xmlns:xsd="http://www.w3.org/2001/XMLSchema" xmlns:xs="http://www.w3.org/2001/XMLSchema" xmlns:p="http://schemas.microsoft.com/office/2006/metadata/properties" xmlns:ns2="aceb4fe1-53dd-4732-b090-f293850c2989" xmlns:ns3="de26d076-c54c-4210-9ee1-315c82760e76" targetNamespace="http://schemas.microsoft.com/office/2006/metadata/properties" ma:root="true" ma:fieldsID="e580be744deaf20ec630cabec991a74b" ns2:_="" ns3:_="">
    <xsd:import namespace="aceb4fe1-53dd-4732-b090-f293850c2989"/>
    <xsd:import namespace="de26d076-c54c-4210-9ee1-315c82760e7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eb4fe1-53dd-4732-b090-f293850c2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e26d076-c54c-4210-9ee1-315c82760e76"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4372E40-7AC3-447C-AF4A-54FCAFB5E192}">
  <ds:schemaRefs>
    <ds:schemaRef ds:uri="http://schemas.microsoft.com/sharepoint/v3/contenttype/forms"/>
  </ds:schemaRefs>
</ds:datastoreItem>
</file>

<file path=customXml/itemProps2.xml><?xml version="1.0" encoding="utf-8"?>
<ds:datastoreItem xmlns:ds="http://schemas.openxmlformats.org/officeDocument/2006/customXml" ds:itemID="{9F8E361F-7359-4C4E-8951-5BED68039CE1}">
  <ds:schemaRefs>
    <ds:schemaRef ds:uri="aceb4fe1-53dd-4732-b090-f293850c2989"/>
    <ds:schemaRef ds:uri="de26d076-c54c-4210-9ee1-315c82760e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944201-0AFB-4FDA-86CF-670F1F8AF59D}">
  <ds:schemaRefs>
    <ds:schemaRef ds:uri="aceb4fe1-53dd-4732-b090-f293850c2989"/>
    <ds:schemaRef ds:uri="de26d076-c54c-4210-9ee1-315c82760e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1562</Words>
  <Application>Microsoft Office PowerPoint</Application>
  <PresentationFormat>Custom</PresentationFormat>
  <Paragraphs>86</Paragraphs>
  <Slides>18</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Helvetica Light</vt:lpstr>
      <vt:lpstr>Helvetica Neue</vt:lpstr>
      <vt:lpstr>Helvetica Neue Medium</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Julia Rodriguez (Directora Desarrollo)</dc:creator>
  <cp:lastModifiedBy>Norbey Muñoz</cp:lastModifiedBy>
  <cp:revision>1</cp:revision>
  <dcterms:modified xsi:type="dcterms:W3CDTF">2026-08-13T15:29:13Z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0x010100B359A176E8B9854AA3D01AE34ED232F3</vt:lpwstr>
  </property>
</Properties>
</file>